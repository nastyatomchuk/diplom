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6" r:id="rId3"/>
    <p:sldId id="258" r:id="rId4"/>
    <p:sldId id="265" r:id="rId5"/>
    <p:sldId id="257" r:id="rId6"/>
    <p:sldId id="263" r:id="rId7"/>
    <p:sldId id="261" r:id="rId8"/>
    <p:sldId id="259" r:id="rId9"/>
    <p:sldId id="260" r:id="rId10"/>
    <p:sldId id="262" r:id="rId11"/>
    <p:sldId id="264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27102A9-8310-4765-A935-A1911B00CA55}" styleName="Светлый стиль 1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82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ln w="28575" cap="rnd">
              <a:solidFill>
                <a:schemeClr val="accent5">
                  <a:shade val="6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678-4D2C-A0DE-6B6D4B9A525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678-4D2C-A0DE-6B6D4B9A5258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ln w="28575" cap="rnd">
              <a:solidFill>
                <a:schemeClr val="accent5">
                  <a:tint val="6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678-4D2C-A0DE-6B6D4B9A52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38321647"/>
        <c:axId val="1638322063"/>
      </c:lineChart>
      <c:catAx>
        <c:axId val="1638321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38322063"/>
        <c:crosses val="autoZero"/>
        <c:auto val="1"/>
        <c:lblAlgn val="ctr"/>
        <c:lblOffset val="100"/>
        <c:noMultiLvlLbl val="0"/>
      </c:catAx>
      <c:valAx>
        <c:axId val="16383220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383216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2:57.7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809 142 24575,'-26'0'0,"-24"1"0,0-2 0,0-3 0,-71-13 0,-126-55 0,181 55 0,-98-12 0,162 28 0,0 1 0,0-1 0,0 1 0,1 0 0,-1 0 0,0 0 0,0 0 0,0 0 0,0 0 0,1 0 0,-1 1 0,0-1 0,0 1 0,0-1 0,1 1 0,-4 1 0,5-1 0,0-1 0,0 1 0,0 0 0,0 0 0,0-1 0,1 1 0,-1 0 0,0 0 0,0-1 0,1 1 0,-1 0 0,0-1 0,1 1 0,-1 0 0,0-1 0,1 1 0,-1-1 0,1 1 0,0-1 0,-1 1 0,1-1 0,-1 1 0,1-1 0,0 1 0,-1-1 0,2 1 0,7 5 0,0 0 0,0 0 0,1-1 0,14 5 0,105 34 0,70 21 0,-172-59 0,1-2 0,0 0 0,51-2 0,-46-2 0,-1 2 0,45 7 0,-29-1 0,69 1 0,-35-3 0,-80-6 0,1 0 0,0 0 0,-1 1 0,1-1 0,-1 1 0,1 0 0,-1-1 0,1 1 0,-1 0 0,0 1 0,1-1 0,-1 0 0,0 1 0,3 1 0,-5-2 0,0-1 0,0 0 0,1 1 0,-1-1 0,0 1 0,0-1 0,0 1 0,1-1 0,-1 1 0,0-1 0,0 0 0,0 1 0,0-1 0,0 1 0,0-1 0,0 1 0,0-1 0,0 1 0,0-1 0,0 1 0,0-1 0,-1 1 0,1-1 0,0 1 0,0-1 0,0 0 0,-1 1 0,-19 16 0,10-12 0,0-1 0,-1 0 0,1 0 0,-1-1 0,0-1 0,0 1 0,-12-1 0,-85 2 0,79-5 0,0 2 0,-48 6 0,-67 10 0,77-11 0,-16 10 0,60-10 0,0-1 0,-26 1 0,-146-4 0,159-3 0,36 1 0,0 0 0,0 0 0,0 0 0,0 0 0,0 0 0,0 0 0,0 1 0,0-1 0,0 0 0,1 0 0,-1 0 0,0 0 0,0 0 0,0 0 0,0 0 0,0 0 0,0 0 0,0 0 0,0 0 0,0 0 0,0 0 0,0 0 0,0 1 0,0-1 0,0 0 0,0 0 0,0 0 0,0 0 0,0 0 0,0 0 0,0 0 0,0 0 0,0 0 0,0 0 0,-1 0 0,1 0 0,0 0 0,0 0 0,0 1 0,0-1 0,0 0 0,0 0 0,0 0 0,0 0 0,0 0 0,13 6 0,21 6 0,203 25 0,73 41 0,-279-63 0,-26-5 0,-19-1 0,-369 69 0,238-45 0,93-17-1365,30-8-5461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3.59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603 710 24575,'33'0'0,"0"2"0,35 6 0,-58-7 0,0 1 0,0 0 0,0 1 0,-1 1 0,1-1 0,-1 1 0,0 1 0,0 0 0,-1 0 0,1 0 0,8 9 0,-13-9 0,0 0 0,0 0 0,-1 0 0,0 1 0,0-1 0,0 1 0,0 0 0,-1 0 0,0 0 0,-1 0 0,1 0 0,-1 0 0,0 0 0,0 9 0,0 15 0,-5 53 0,1-36 0,3-6 0,0-18 0,0-1 0,-2 0 0,0 0 0,-9 36 0,10-53 0,-1 0 0,0 0 0,0 0 0,0 0 0,0 0 0,-1-1 0,0 1 0,0-1 0,0 0 0,-1 0 0,0 0 0,1 0 0,-1 0 0,-1-1 0,1 1 0,0-1 0,-1-1 0,1 1 0,-1 0 0,0-1 0,0 0 0,0 0 0,0-1 0,-8 2 0,2-1 0,0 1 0,0 1 0,1-1 0,-1 1 0,1 1 0,0 0 0,-16 10 0,17-9 0,-1-1 0,0-1 0,0 0 0,-1 0 0,1-1 0,-1 0 0,0-1 0,0 0 0,1-1 0,-1 0 0,0-1 0,0 0 0,0-1 0,-17-3 0,16 2 0,-1 0 0,1-1 0,1-1 0,-1 0 0,0-1 0,1 0 0,0 0 0,0-1 0,1-1 0,0 0 0,0 0 0,-15-15 0,-98-95 0,23 24 0,86 79 0,0 0 0,2-1 0,0-1 0,-19-31 0,25 35 0,1 0 0,0 0 0,1-1 0,0 1 0,1-1 0,1 0 0,0 0 0,-1-17 0,4-238 0,1 109 0,-2 150 0,0 1 0,1-1 0,0 1 0,0-1 0,1 0 0,0 1 0,0 0 0,1 0 0,0 0 0,1 0 0,0 0 0,7-11 0,-7 14 0,0 0 0,1 1 0,-1-1 0,1 1 0,0 0 0,0 0 0,0 1 0,0 0 0,1-1 0,0 2 0,-1-1 0,1 1 0,0 0 0,0 0 0,0 1 0,0-1 0,13 0 0,136-19 0,-89 8 0,-18 4 0,-2-2 0,50-18 0,-11-1 0,125-27 0,-183 50 0,50-21 0,-57 19 0,0 2 0,0 0 0,1 1 0,-1 1 0,25-3 0,278 6 0,-154 5 0,-155-2 0,0 1 0,0 1 0,-1 0 0,1 0 0,-1 2 0,0-1 0,0 2 0,0-1 0,-1 2 0,0 0 0,14 10 0,27 14 0,-46-26 0,-1 0 0,1 0 0,-1 1 0,0 0 0,-1 0 0,1 0 0,-1 1 0,0 0 0,-1 0 0,0 0 0,0 0 0,3 9 0,-2-5 0,1-1 0,0 1 0,0-1 0,1 0 0,11 11 0,27 17 0,-31-26 0,0 0 0,23 25 0,-8-3 0,-10-12 0,28 41 0,-41-56 0,-1 0 0,1 0 0,0-1 0,1 1 0,-1-2 0,1 1 0,1-1 0,-1 0 0,10 5 0,26 19 0,-39-24 0,1 0 0,-1 1 0,0-1 0,0 1 0,-1 0 0,0 0 0,0 0 0,0 0 0,-1 1 0,0-1 0,0 1 0,0 0 0,-1-1 0,0 1 0,0 14 0,0-4 0,-1 1 0,-1-1 0,-1 1 0,0-1 0,-5 20 0,-1-16 0,-1 0 0,0-1 0,-2 0 0,-24 34 0,4-5 0,20-31 0,0-1 0,-1-1 0,-1 0 0,-29 28 0,33-36 0,0-1 0,-1 0 0,1 0 0,-2-1 0,1 0 0,0-1 0,-1 0 0,0-1 0,-23 7 0,-12 0 0,1 2 0,0 2 0,-55 27 0,84-36 0,1 0 0,-1-2 0,0 1 0,-1-2 0,1 0 0,-1-1 0,1-1 0,-1 0 0,1-2 0,-1 1 0,1-2 0,-1 0 0,1-1 0,0-1 0,0-1 0,0 0 0,0-1 0,1 0 0,0-1 0,0-1 0,1-1 0,-26-19 0,-2-14 0,25 25 0,-1-1 0,-1 2 0,-39-27 0,43 34 0,0 0 0,1-1 0,1-1 0,-1 0 0,2-1 0,0-1 0,0 1 0,1-2 0,1 0 0,0 0 0,1-1 0,-11-23 0,3 0-94,-2 0 0,-32-49 0,30 53-989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6.7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601 848 24575,'4'-1'0,"1"0"0,-1 0 0,1-1 0,-1 1 0,0-1 0,0 0 0,5-3 0,26-8 0,-23 11 0,0 0 0,0 2 0,0-1 0,0 1 0,0 1 0,0 1 0,0-1 0,0 2 0,-1 0 0,1 0 0,-1 1 0,1 0 0,-1 1 0,-1 0 0,1 1 0,-1 0 0,0 1 0,0 0 0,-1 1 0,1-1 0,10 14 0,23 14 0,-35-30 0,-1 0 0,1 1 0,-1 0 0,-1 0 0,1 1 0,8 11 0,75 141 0,-18-28 0,-42-74 0,-2 1 0,24 70 0,-12-24 0,-12-11 0,-23-70 0,1-1 0,12 28 0,-18-50 0,0 1 0,0-1 0,0 0 0,0 0 0,0 0 0,0 0 0,0 1 0,0-1 0,0 0 0,0 0 0,0 0 0,0 0 0,0 1 0,0-1 0,0 0 0,0 0 0,0 0 0,0 0 0,0 0 0,1 1 0,-1-1 0,0 0 0,0 0 0,0 0 0,0 0 0,0 0 0,0 0 0,0 1 0,1-1 0,-1 0 0,0 0 0,0 0 0,0 0 0,0 0 0,0 0 0,1 0 0,-1 0 0,0 0 0,0 0 0,0 0 0,0 0 0,1 0 0,-1 0 0,0 0 0,0 0 0,0 0 0,0 0 0,1 0 0,-1 0 0,0 0 0,0 0 0,0 0 0,0 0 0,0 0 0,1 0 0,-1 0 0,0-1 0,0 1 0,0 0 0,4-15 0,-2-19 0,-5 9 0,-2 1 0,0 1 0,-2-1 0,0 1 0,-16-32 0,-62-109 0,70 137 0,-47-71 0,44 73 0,2 0 0,0-1 0,2 0 0,1-1 0,-12-36 0,-29-77 0,18 53 0,35 82 0,-1 0 0,-1-1 0,1 1 0,-1 0 0,0 0 0,0 1 0,-1-1 0,-4-5 0,8 10 0,0 0 0,-1 0 0,1-1 0,0 1 0,-1 0 0,1 0 0,-1-1 0,1 1 0,0 0 0,-1 0 0,1 0 0,0-1 0,-1 1 0,1 0 0,-1 0 0,1 0 0,-1 0 0,1 0 0,0 0 0,-1 0 0,1 0 0,-1 0 0,1 0 0,-1 0 0,1 0 0,0 1 0,-1-1 0,1 0 0,-1 0 0,1 0 0,0 0 0,-1 1 0,1-1 0,0 0 0,-1 1 0,1-1 0,-1 0 0,0 3 0,-1-1 0,1 1 0,0 0 0,0-1 0,0 1 0,0 0 0,1-1 0,-1 1 0,1 0 0,-1 4 0,-36 211 0,32-194 0,-1 0 0,-1 0 0,-1 0 0,-17 32 0,15-34 0,0 0 0,2 1 0,0-1 0,2 2 0,-5 29 0,7-26 0,-2 1 0,-1-1 0,-15 38 0,-9 33 0,30-90 0,-1 0 0,-1 0 0,1 0 0,-1 0 0,-8 14 0,10-21 0,0 1 0,0-1 0,0 0 0,0 1 0,0-1 0,-1 0 0,1 0 0,0 0 0,-1 0 0,1 0 0,-1 0 0,1 0 0,-1-1 0,1 1 0,-1 0 0,1-1 0,-1 1 0,1-1 0,-1 0 0,0 0 0,1 1 0,-1-1 0,0 0 0,1 0 0,-1-1 0,0 1 0,1 0 0,-1 0 0,0-1 0,1 1 0,-1-1 0,1 0 0,-1 1 0,1-1 0,-4-2 0,0 0 0,-1-1 0,1 0 0,0 0 0,0-1 0,0 1 0,1-1 0,0 0 0,-1-1 0,2 1 0,-1-1 0,-4-10 0,-31-76 0,25 54 0,-34-77 45,21 55-514,3-1 0,2-1 0,-25-116 0,34 101 58,-4 1 1,-3 0 0,-45-109-1,46 133 1050,3 0-1,-13-74 0,12 49-345,6 29-143,1 3 408,-28-81-1,30 98-557,7 23 0,0 0 0,0 0 0,0 1 0,-1-1 0,1 1 0,-1-1 0,0 1 0,0 0 0,-1 0 0,1 0 0,-1 0 0,0 0 0,-4-3 0,7 6 0,-1 1 0,1 0 0,-1 0 0,1 0 0,-1 0 0,1 0 0,-1 0 0,1 0 0,-1 1 0,1-1 0,-1 0 0,1 0 0,-1 0 0,1 0 0,0 1 0,-1-1 0,1 0 0,-1 0 0,1 1 0,-1-1 0,1 0 0,0 1 0,-1-1 0,1 0 0,0 1 0,-1-1 0,1 1 0,0-1 0,0 1 0,-1-1 0,1 0 0,0 1 0,0-1 0,0 1 0,0-1 0,-1 1 0,1-1 0,0 1 0,0-1 0,0 1 0,0-1 0,0 1 0,-4 25 0,4-25 0,-6 98 0,7 117 0,2-65 0,-4-62 0,3 103 0,15-107 0,-12-62 0,0-1 0,1 26 0,-5-18 0,-1-20 0,0 0 0,1 0 0,0 0 0,0 0 0,1 0 0,0-1 0,6 16 0,-8-24 0,0-1 0,0 0 0,0 0 0,0 1 0,1-1 0,-1 0 0,0 0 0,0 1 0,0-1 0,0 0 0,0 0 0,0 1 0,0-1 0,0 0 0,0 0 0,1 0 0,-1 1 0,0-1 0,0 0 0,0 0 0,0 0 0,1 0 0,-1 1 0,0-1 0,0 0 0,1 0 0,-1 0 0,0 0 0,0 0 0,0 0 0,1 0 0,-1 0 0,0 1 0,0-1 0,1 0 0,-1 0 0,0 0 0,0 0 0,1 0 0,-1 0 0,0 0 0,0-1 0,1 1 0,-1 0 0,0 0 0,0 0 0,1 0 0,-1 0 0,6-15 0,-1-22 0,-2-18-333,-3 0 0,-2 0 0,-3 1 0,-12-57-1,-19-114 334,31 195 0,1-1 0,2 1 0,1-36 0,2 38 0,-2 0 0,-1 0 0,-1 1 0,-7-30 0,0-10 1068,9 56-1008,0 0 0,0 1 0,-1-1-1,0 0 1,-1 1 0,0-1 0,0 1 0,-2 0-1,-8-16 1,8 25-60,1 11 0,1 13 0,2-9 0,2 0 0,-1 0 0,2 0 0,0 0 0,1 0 0,0 0 0,6 16 0,45 93 0,-35-86 0,20 61 0,1 46-229,13 42-103,-33-130 332,-7-22 0,12 48 0,-15-37 0,-2-14 0,-1 1 0,-2-1 0,1 39 0,-3-30 144,12 63-1,-8-61-6,4 56 0,-6-46-137,2-1 0,2 0 0,22 66 0,-19-71 0,-11-42 0,0 0 0,0-1 0,1 1 0,-1-1 0,1 1 0,0-1 0,0 0 0,0 1 0,1-1 0,-1 0 0,1-1 0,-1 1 0,1 0 0,0-1 0,0 1 0,0-1 0,1 0 0,-1 0 0,0 0 0,1-1 0,3 2 0,-4-2 0,-1 0 0,1-1 0,0 0 0,-1 0 0,1 1 0,0-2 0,-1 1 0,1 0 0,0 0 0,-1-1 0,1 1 0,-1-1 0,1 0 0,-1 0 0,1 0 0,-1 0 0,0 0 0,1-1 0,-1 1 0,0-1 0,0 1 0,0-1 0,0 0 0,0 0 0,-1 0 0,1 0 0,0 0 0,-1 0 0,1-1 0,-1 1 0,2-4 0,65-160 0,-50 132-186,-1 0 0,-1 0-1,-2-2 1,11-45 0,-19 63 189,0 0 1,2 0-1,0 1 1,0 1-1,2-1 1,16-22 0,15-26-660,39-75 530,-73 129 209,0 0 0,1 0 1,1 1-1,-1 0 0,2 0 0,10-9 0,-11 12-56,-1 0 1,0-1-1,0-1 0,-1 1 0,0-1 0,0 0 0,-1-1 1,0 1-1,4-13 0,8-29-27,30-74 0,-43 113 0,1 0 0,1 1 0,0 0 0,1 0 0,0 1 0,1 0 0,17-17 0,-25 26 13,1 1-1,-1-1 1,0 0 0,0 0 0,0 0 0,0 1-1,1-1 1,-1 1 0,0-1 0,1 1-1,-1-1 1,0 1 0,1 0 0,-1 0 0,1-1-1,-1 1 1,0 0 0,1 0 0,-1 1-1,1-1 1,-1 0 0,0 0 0,1 1 0,-1-1-1,0 1 1,1-1 0,-1 1 0,0-1-1,0 1 1,1 0 0,-1 0 0,0-1-1,0 1 1,0 0 0,0 0 0,0 0 0,0 0-1,0 0 1,-1 1 0,1-1 0,0 0-1,0 0 1,-1 0 0,1 2 0,5 9 74,0 0 1,-1 0 0,7 23 0,-8-21-180,17 50 92,-3 2 0,14 97 0,-17-84 0,-9-49 0,0 1 0,1 40 0,-8 338 0,34-484 0,-24 53 0,0 0 0,2 0 0,0 1 0,2 0 0,0 1 0,1 0 0,1 1 0,19-18 0,16-9 0,-3-3 0,45-58 0,-77 83 0,-10 13 0,2 1 0,-1-1 0,1 2 0,13-15 0,-19 23 0,1 0 0,-1-1 0,0 1 0,0 0 0,1 0 0,-1 0 0,0 0 0,1 1 0,-1-1 0,1 0 0,-1 1 0,1-1 0,-1 0 0,1 1 0,0 0 0,-1-1 0,1 1 0,-1 0 0,1 0 0,0 0 0,-1 0 0,1 0 0,0 0 0,-1 1 0,1-1 0,0 1 0,-1-1 0,1 1 0,-1-1 0,1 1 0,-1 0 0,1 0 0,-1-1 0,0 1 0,1 0 0,-1 0 0,0 1 0,0-1 0,2 2 0,1 2 0,0 1 0,0 0 0,-1 0 0,0 0 0,0 0 0,-1 0 0,1 0 0,1 10 0,11 59 0,-12-60 0,30 183 0,-28-164 0,-1 0 0,-2 0 0,-2 48 0,2 36 0,-1-114 0,-1-1 0,1 1 0,0-1 0,0 1 0,0-1 0,0 1 0,0-1 0,1 1 0,0-1 0,0 0 0,0 0 0,0 0 0,0 0 0,0 0 0,1 0 0,-1-1 0,1 1 0,0-1 0,0 0 0,0 0 0,0 0 0,0 0 0,1 0 0,2 1 0,-67 25 0,48-22 0,-1 1 0,1 1 0,1 0 0,-1 1 0,1 0 0,1 1 0,0 0 0,0 1 0,1 0 0,0 1 0,-12 19 0,15-23 0,0 0 0,0-1 0,0 0 0,-1-1 0,0 1 0,-1-1 0,1-1 0,-1 0 0,0 0 0,0 0 0,-1-2 0,1 1 0,-12 2 0,-19 4 0,-77 10 0,102-18 0,-85 17 0,69-12 0,-1-1 0,-54 3 0,-80-11 0,-91 4 0,246 0 0,1 0 0,-1 1 0,1 0 0,-1 1 0,1 0 0,0 1 0,-10 6 0,10-5 0,-1-1 0,0 0 0,0 0 0,0-1 0,-22 4 0,10-4 0,0 0 0,0 1 0,-38 15 0,117-13 0,-8-10 0,0-2 0,0-3 0,-1-1 0,92-32 0,-70 20 0,64-6 0,-41 10 0,-70 14 0,1 0 0,23 0 0,-33 4 0,0-1 0,0-1 0,-1-1 0,1 0 0,0 0 0,0-1 0,-1-1 0,0 0 0,23-10 0,-12 1 0,43-18 0,-53 27 0,-1-1 0,0 0 0,0 0 0,0-2 0,-1 1 0,0-2 0,0 1 0,0-1 0,-1-1 0,-1 0 0,1-1 0,7-11 0,-1-2 0,1 0 0,1 0 0,1 2 0,42-37 0,-55 54 0,0 0 0,1 0 0,0 1 0,0 0 0,0 0 0,8-2 0,-4 1 0,-95-18 0,46 17 0,-44 1 0,52 4 0,1-2 0,0-1 0,-43-9 0,32 3 0,0 2 0,-1 1 0,0 3 0,0 1 0,1 2 0,-46 6 0,-61 26 0,121-29-273,1 1 0,0 2 0,0 0 0,-42 17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9.91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581 146 24575,'-39'28'0,"16"-8"0,19-16 0,-1 1 0,0-1 0,0 0 0,-1-1 0,1 1 0,-9 3 0,-35 8 0,-10 5 0,1 9 0,-1-3 0,-91 28 0,141-52 0,-1 1 0,0-1 0,0-1 0,1 1 0,-1-2 0,0 1 0,0-2 0,-11 0 0,46-44 0,155-202 0,-105 162-1365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5F67E-993F-431F-A08C-E45B68AE6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339" y="1009266"/>
            <a:ext cx="6378341" cy="2387600"/>
          </a:xfrm>
        </p:spPr>
        <p:txBody>
          <a:bodyPr anchor="b"/>
          <a:lstStyle>
            <a:lvl1pPr algn="ctr">
              <a:defRPr sz="60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794E5BA-3631-4350-B879-9E4D47590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339" y="3727167"/>
            <a:ext cx="5694947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D08278-D988-40BA-9D6E-30809762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pPr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E7A21-8122-4DEB-9367-1A8F2A85A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1B45FA-8D82-49B8-AF8C-62AC87B7A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042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65C3D-4FE4-4016-9516-175CB1F81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0577" y="18616"/>
            <a:ext cx="9245868" cy="1069039"/>
          </a:xfrm>
        </p:spPr>
        <p:txBody>
          <a:bodyPr>
            <a:normAutofit/>
          </a:bodyPr>
          <a:lstStyle>
            <a:lvl1pPr>
              <a:defRPr sz="54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A558D4-9753-40E4-B34D-D088F2769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5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A8B73C-8744-4547-AC4E-9445A4254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294C85-328D-4160-AFB8-A0579446E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BC8B44-D09A-4DB2-AD13-4D1BCE2A3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036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BEFD3-42A7-40D4-AE15-06B41A69A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9D87512-81CE-43DD-83C1-0194C03DC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D38D8C-1E6C-4603-AE65-B38DD4F0D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A582A2-5E7D-485A-896E-2C84108AB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ED6AD7-041E-463D-A9B6-DB4319A1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742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23234-07AF-4BD9-97F7-20AEF958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C737C2-1435-4654-BF19-C417FA0681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79B334-160F-4633-98A4-4BD9CCBB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C676CA-5D96-4C8D-AF68-CA3714030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4A252F-1666-4B65-9D54-C2223B07D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768EB8-F2B8-41A7-A0EF-ED80B6CB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77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F3AE1C-FF38-4BFE-B712-397DDBF65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F3B6923-74C8-4877-9899-406265B94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1ADBBF-CB3D-4567-9DF3-6CF4863A0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9527ED-4BFF-4259-83FB-62B134455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35884B-89B4-4FAF-BD14-55E24D360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20CD5F7-DAB5-4B57-9579-83889F729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E2A1D4F-1950-45D5-8F32-A72C3C45E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338E15C-FDE6-42B0-B55A-DC3B01593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57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45EA09-37D5-4D29-80A2-4F8DDAA3D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64942A8-27BB-4326-8431-C941C67AC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8EBDD14-2718-4270-B20E-8D11D5225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7EFBDD-443E-448A-ACF9-BBC243BE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06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FC41FED-1608-4666-8886-8A38B1B1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495F25-D619-4BCD-8483-4AAD8A39E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D209007-F56F-4E5E-8170-15859EA4E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428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D41737-08AD-4EDB-9A9F-82017432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E55DB0-9C64-4E83-8C0E-669DCF469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7EA21E-7F3C-4768-A0F4-5F92150CC7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5257C7-91F6-4D0B-A014-3BE165FB2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57C62C-18AF-41D7-B700-5244780B3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85D2BE1-3656-432B-AB6C-4143BE916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050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21362-D3D5-4D33-893B-B8BF9C3D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192DC63-A57D-4768-AFCC-DC6F5A463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623BAF7-0E12-46CF-AE31-A6DB8A4BF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DEB881-C36E-4CE1-9451-D1D43F12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A3163F-5E35-4B0E-848B-8A59A8516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990EEA-544D-4BD6-A216-42BF5DB5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214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24ED08-9090-4A7B-A2A9-6DBCA3869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EB1221-842C-403E-B1A1-91719B5A8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F001B2-1A7C-4CAD-8733-3AEADA4B3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F1A205-2616-4D1B-B0D4-48D4E243C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AABEDE-B4BD-4D75-AE29-38DCED51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0555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D1DD495-9850-4117-BDA0-9C259257E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87B888-75AB-4F56-88DF-ED76C303B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0A6CAC-4F78-46F2-9AC6-1669A3B08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D5F4FE-012B-4560-9DAC-0A43C520E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A8C788-4EC8-4400-93A1-1160414F6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15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911353" y="1265829"/>
            <a:ext cx="3261814" cy="4326341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8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755340" y="2286892"/>
            <a:ext cx="4289613" cy="2284217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919514" y="2366205"/>
            <a:ext cx="6019326" cy="2150643"/>
          </a:xfrm>
        </p:spPr>
        <p:txBody>
          <a:bodyPr anchor="ctr"/>
          <a:lstStyle>
            <a:lvl1pPr>
              <a:defRPr sz="6000"/>
            </a:lvl1pPr>
          </a:lstStyle>
          <a:p>
            <a:r>
              <a:rPr lang="en-US" dirty="0"/>
              <a:t>Click to edit Master title</a:t>
            </a:r>
          </a:p>
        </p:txBody>
      </p:sp>
    </p:spTree>
    <p:extLst>
      <p:ext uri="{BB962C8B-B14F-4D97-AF65-F5344CB8AC3E}">
        <p14:creationId xmlns:p14="http://schemas.microsoft.com/office/powerpoint/2010/main" val="23238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05F1F4-0E35-4F4C-824C-B92D65D34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0AF37-D72C-41CC-991F-A2CA399C7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12139C-4313-415D-96A1-88AD68ED2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t>28.01.2026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1AA7C9-98E5-4D19-8D59-E95304CCA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79B958-4CDF-4A11-8B51-3F814BF3D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30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2.xml"/><Relationship Id="rId10" Type="http://schemas.openxmlformats.org/officeDocument/2006/relationships/image" Target="../media/image7.png"/><Relationship Id="rId4" Type="http://schemas.openxmlformats.org/officeDocument/2006/relationships/image" Target="../media/image4.png"/><Relationship Id="rId9" Type="http://schemas.openxmlformats.org/officeDocument/2006/relationships/customXml" Target="../ink/ink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76669" y="6056803"/>
            <a:ext cx="7108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РАЗРАБОТАЛ: студент гр. 281071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А.С.Томчук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старший преподаватель кафедры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ИСиТ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В.А.Сицко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4066223" y="2417637"/>
            <a:ext cx="43872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iriam Libre"/>
              </a:rPr>
              <a:t>ДИПЛОМНЫЙ ПРОЕКТ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876327" y="3600249"/>
            <a:ext cx="64393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altLang="en-US" sz="24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Кроссплатформенное мобильное приложение учета и анализа персональных расходов</a:t>
            </a:r>
            <a:endParaRPr lang="en-US" altLang="en-US" sz="2400" b="1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35902" y="425964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1963089" y="434806"/>
            <a:ext cx="859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образования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БЕЛОРУССКИЙ ГОСУДАРСТВЕННЫЙ УНИВЕРСИТЕТ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ИНФОРМАТИКИ И РАДИОЭЛЕКТРОНИКИ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информационных технологий</a:t>
            </a:r>
            <a:endParaRPr lang="ru-RU" sz="2000" dirty="0"/>
          </a:p>
        </p:txBody>
      </p:sp>
      <p:sp>
        <p:nvSpPr>
          <p:cNvPr id="16" name="Oval 8"/>
          <p:cNvSpPr/>
          <p:nvPr/>
        </p:nvSpPr>
        <p:spPr>
          <a:xfrm>
            <a:off x="9651182" y="-1445975"/>
            <a:ext cx="4939133" cy="3517423"/>
          </a:xfrm>
          <a:prstGeom prst="ellipse">
            <a:avLst/>
          </a:pr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Oval 8"/>
          <p:cNvSpPr/>
          <p:nvPr/>
        </p:nvSpPr>
        <p:spPr>
          <a:xfrm>
            <a:off x="-1446339" y="4956995"/>
            <a:ext cx="5512562" cy="3287151"/>
          </a:xfrm>
          <a:prstGeom prst="ellipse">
            <a:avLst/>
          </a:prstGeom>
          <a:noFill/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F57FD0-E38D-44FB-923F-05E180AA0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4019" y="400491"/>
            <a:ext cx="6195461" cy="912636"/>
          </a:xfrm>
        </p:spPr>
        <p:txBody>
          <a:bodyPr>
            <a:normAutofit fontScale="90000"/>
          </a:bodyPr>
          <a:lstStyle/>
          <a:p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</a:t>
            </a:r>
            <a:b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дипломного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A1587BB-7BE4-953E-E0BD-83D424814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152" y="1033238"/>
            <a:ext cx="504895" cy="46679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14:cNvPr>
              <p14:cNvContentPartPr/>
              <p14:nvPr/>
            </p14:nvContentPartPr>
            <p14:xfrm>
              <a:off x="6172940" y="2120580"/>
              <a:ext cx="357480" cy="23760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66820" y="2114460"/>
                <a:ext cx="3697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14:cNvPr>
              <p14:cNvContentPartPr/>
              <p14:nvPr/>
            </p14:nvContentPartPr>
            <p14:xfrm>
              <a:off x="6107420" y="2068740"/>
              <a:ext cx="829800" cy="497880"/>
            </p14:xfrm>
          </p:contentPart>
        </mc:Choice>
        <mc:Fallback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44420" y="2005740"/>
                <a:ext cx="955440" cy="62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4730EC36-0309-2E9D-E7F3-45C34FEE81BE}"/>
                  </a:ext>
                </a:extLst>
              </p14:cNvPr>
              <p14:cNvContentPartPr/>
              <p14:nvPr/>
            </p14:nvContentPartPr>
            <p14:xfrm>
              <a:off x="6210020" y="1968300"/>
              <a:ext cx="718920" cy="775800"/>
            </p14:xfrm>
          </p:contentPart>
        </mc:Choice>
        <mc:Fallback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4730EC36-0309-2E9D-E7F3-45C34FEE81B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147020" y="1905300"/>
                <a:ext cx="844560" cy="90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14:cNvPr>
              <p14:cNvContentPartPr/>
              <p14:nvPr/>
            </p14:nvContentPartPr>
            <p14:xfrm>
              <a:off x="5965534" y="2964330"/>
              <a:ext cx="209160" cy="136800"/>
            </p14:xfrm>
          </p:contentPart>
        </mc:Choice>
        <mc:Fallback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02894" y="2901690"/>
                <a:ext cx="334800" cy="26244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A665B7B-0119-40E8-95F7-F4406F919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4959" y="1773238"/>
            <a:ext cx="6195461" cy="1655762"/>
          </a:xfrm>
        </p:spPr>
        <p:txBody>
          <a:bodyPr>
            <a:normAutofit fontScale="77500" lnSpcReduction="20000"/>
          </a:bodyPr>
          <a:lstStyle/>
          <a:p>
            <a:pPr indent="457200" algn="just">
              <a:lnSpc>
                <a:spcPct val="110000"/>
              </a:lnSpc>
              <a:spcBef>
                <a:spcPts val="0"/>
              </a:spcBef>
            </a:pPr>
            <a:r>
              <a:rPr lang="ru-RU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данной работы является разработка клиент – серверного кроссплатформенного мобильного приложения для учёта и анализа персональных расходов, обеспечивающего интуитивно понятный интерфейс с применением современных архитектурных и технологических решений.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9D00-2E6E-2D73-C07E-63322BD3448E}"/>
              </a:ext>
            </a:extLst>
          </p:cNvPr>
          <p:cNvSpPr txBox="1"/>
          <p:nvPr/>
        </p:nvSpPr>
        <p:spPr>
          <a:xfrm>
            <a:off x="334959" y="3757712"/>
            <a:ext cx="842804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достижения поставленной цели нужно решить следующие задачи: 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анализ предметной области и аналогов;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требования к функционалу и интерфейсу приложения;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обосновать выбор технологического стека;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спроектировать структуру приложения;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разработать функциональные модули;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реализовать алгоритмы аналитики и безопасности; </a:t>
            </a:r>
          </a:p>
          <a:p>
            <a:pPr algn="just"/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провести тестирование функциональности и удобства использования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2280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4C0890-3751-4E7A-A10C-37068E8C3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30" name="Нижний колонтитул 4">
            <a:extLst>
              <a:ext uri="{FF2B5EF4-FFF2-40B4-BE49-F238E27FC236}">
                <a16:creationId xmlns:a16="http://schemas.microsoft.com/office/drawing/2014/main" id="{E177DB1D-EB20-460A-AA08-C245E28A3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5B9FFCBB-45FB-408B-88D8-47D23BA080F6}"/>
              </a:ext>
            </a:extLst>
          </p:cNvPr>
          <p:cNvSpPr/>
          <p:nvPr/>
        </p:nvSpPr>
        <p:spPr>
          <a:xfrm>
            <a:off x="2060769" y="4639909"/>
            <a:ext cx="345231" cy="308037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A9716B84-516E-43E8-AA5E-E85931257D49}"/>
              </a:ext>
            </a:extLst>
          </p:cNvPr>
          <p:cNvSpPr/>
          <p:nvPr/>
        </p:nvSpPr>
        <p:spPr>
          <a:xfrm>
            <a:off x="561000" y="4639909"/>
            <a:ext cx="345231" cy="308037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Восьмиугольник 32">
            <a:extLst>
              <a:ext uri="{FF2B5EF4-FFF2-40B4-BE49-F238E27FC236}">
                <a16:creationId xmlns:a16="http://schemas.microsoft.com/office/drawing/2014/main" id="{DEBCEACB-8352-4375-B18E-49A0F26270C4}"/>
              </a:ext>
            </a:extLst>
          </p:cNvPr>
          <p:cNvSpPr/>
          <p:nvPr/>
        </p:nvSpPr>
        <p:spPr>
          <a:xfrm>
            <a:off x="336000" y="2565042"/>
            <a:ext cx="2295000" cy="2518902"/>
          </a:xfrm>
          <a:prstGeom prst="octagon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4" name="Полилиния: фигура 33">
            <a:extLst>
              <a:ext uri="{FF2B5EF4-FFF2-40B4-BE49-F238E27FC236}">
                <a16:creationId xmlns:a16="http://schemas.microsoft.com/office/drawing/2014/main" id="{BA254CB7-82B7-44B2-AB11-5DFF83BD3CA6}"/>
              </a:ext>
            </a:extLst>
          </p:cNvPr>
          <p:cNvSpPr/>
          <p:nvPr/>
        </p:nvSpPr>
        <p:spPr>
          <a:xfrm>
            <a:off x="560999" y="4793927"/>
            <a:ext cx="1845419" cy="308038"/>
          </a:xfrm>
          <a:custGeom>
            <a:avLst/>
            <a:gdLst>
              <a:gd name="connsiteX0" fmla="*/ 172616 w 1845419"/>
              <a:gd name="connsiteY0" fmla="*/ 0 h 308038"/>
              <a:gd name="connsiteX1" fmla="*/ 172622 w 1845419"/>
              <a:gd name="connsiteY1" fmla="*/ 1 h 308038"/>
              <a:gd name="connsiteX2" fmla="*/ 1672798 w 1845419"/>
              <a:gd name="connsiteY2" fmla="*/ 1 h 308038"/>
              <a:gd name="connsiteX3" fmla="*/ 1672803 w 1845419"/>
              <a:gd name="connsiteY3" fmla="*/ 0 h 308038"/>
              <a:gd name="connsiteX4" fmla="*/ 1672809 w 1845419"/>
              <a:gd name="connsiteY4" fmla="*/ 1 h 308038"/>
              <a:gd name="connsiteX5" fmla="*/ 1845001 w 1845419"/>
              <a:gd name="connsiteY5" fmla="*/ 1 h 308038"/>
              <a:gd name="connsiteX6" fmla="*/ 1845001 w 1845419"/>
              <a:gd name="connsiteY6" fmla="*/ 152172 h 308038"/>
              <a:gd name="connsiteX7" fmla="*/ 1845419 w 1845419"/>
              <a:gd name="connsiteY7" fmla="*/ 154019 h 308038"/>
              <a:gd name="connsiteX8" fmla="*/ 1739993 w 1845419"/>
              <a:gd name="connsiteY8" fmla="*/ 295935 h 308038"/>
              <a:gd name="connsiteX9" fmla="*/ 1694976 w 1845419"/>
              <a:gd name="connsiteY9" fmla="*/ 304044 h 308038"/>
              <a:gd name="connsiteX10" fmla="*/ 1690983 w 1845419"/>
              <a:gd name="connsiteY10" fmla="*/ 308037 h 308038"/>
              <a:gd name="connsiteX11" fmla="*/ 1672809 w 1845419"/>
              <a:gd name="connsiteY11" fmla="*/ 308037 h 308038"/>
              <a:gd name="connsiteX12" fmla="*/ 1672803 w 1845419"/>
              <a:gd name="connsiteY12" fmla="*/ 308038 h 308038"/>
              <a:gd name="connsiteX13" fmla="*/ 1672798 w 1845419"/>
              <a:gd name="connsiteY13" fmla="*/ 308037 h 308038"/>
              <a:gd name="connsiteX14" fmla="*/ 172622 w 1845419"/>
              <a:gd name="connsiteY14" fmla="*/ 308037 h 308038"/>
              <a:gd name="connsiteX15" fmla="*/ 172616 w 1845419"/>
              <a:gd name="connsiteY15" fmla="*/ 308038 h 308038"/>
              <a:gd name="connsiteX16" fmla="*/ 172610 w 1845419"/>
              <a:gd name="connsiteY16" fmla="*/ 308037 h 308038"/>
              <a:gd name="connsiteX17" fmla="*/ 154019 w 1845419"/>
              <a:gd name="connsiteY17" fmla="*/ 308037 h 308038"/>
              <a:gd name="connsiteX18" fmla="*/ 149934 w 1845419"/>
              <a:gd name="connsiteY18" fmla="*/ 303952 h 308038"/>
              <a:gd name="connsiteX19" fmla="*/ 105426 w 1845419"/>
              <a:gd name="connsiteY19" fmla="*/ 295935 h 308038"/>
              <a:gd name="connsiteX20" fmla="*/ 0 w 1845419"/>
              <a:gd name="connsiteY20" fmla="*/ 154019 h 308038"/>
              <a:gd name="connsiteX21" fmla="*/ 1 w 1845419"/>
              <a:gd name="connsiteY21" fmla="*/ 154015 h 308038"/>
              <a:gd name="connsiteX22" fmla="*/ 1 w 1845419"/>
              <a:gd name="connsiteY22" fmla="*/ 1 h 308038"/>
              <a:gd name="connsiteX23" fmla="*/ 172610 w 1845419"/>
              <a:gd name="connsiteY23" fmla="*/ 1 h 30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845419" h="308038">
                <a:moveTo>
                  <a:pt x="172616" y="0"/>
                </a:moveTo>
                <a:lnTo>
                  <a:pt x="172622" y="1"/>
                </a:lnTo>
                <a:lnTo>
                  <a:pt x="1672798" y="1"/>
                </a:lnTo>
                <a:lnTo>
                  <a:pt x="1672803" y="0"/>
                </a:lnTo>
                <a:lnTo>
                  <a:pt x="1672809" y="1"/>
                </a:lnTo>
                <a:lnTo>
                  <a:pt x="1845001" y="1"/>
                </a:lnTo>
                <a:lnTo>
                  <a:pt x="1845001" y="152172"/>
                </a:lnTo>
                <a:lnTo>
                  <a:pt x="1845419" y="154019"/>
                </a:lnTo>
                <a:cubicBezTo>
                  <a:pt x="1845419" y="217816"/>
                  <a:pt x="1801947" y="272553"/>
                  <a:pt x="1739993" y="295935"/>
                </a:cubicBezTo>
                <a:lnTo>
                  <a:pt x="1694976" y="304044"/>
                </a:lnTo>
                <a:lnTo>
                  <a:pt x="1690983" y="308037"/>
                </a:lnTo>
                <a:lnTo>
                  <a:pt x="1672809" y="308037"/>
                </a:lnTo>
                <a:lnTo>
                  <a:pt x="1672803" y="308038"/>
                </a:lnTo>
                <a:lnTo>
                  <a:pt x="1672798" y="308037"/>
                </a:lnTo>
                <a:lnTo>
                  <a:pt x="172622" y="308037"/>
                </a:lnTo>
                <a:lnTo>
                  <a:pt x="172616" y="308038"/>
                </a:lnTo>
                <a:lnTo>
                  <a:pt x="172610" y="308037"/>
                </a:lnTo>
                <a:lnTo>
                  <a:pt x="154019" y="308037"/>
                </a:lnTo>
                <a:lnTo>
                  <a:pt x="149934" y="303952"/>
                </a:lnTo>
                <a:lnTo>
                  <a:pt x="105426" y="295935"/>
                </a:lnTo>
                <a:cubicBezTo>
                  <a:pt x="43472" y="272553"/>
                  <a:pt x="0" y="217816"/>
                  <a:pt x="0" y="154019"/>
                </a:cubicBezTo>
                <a:lnTo>
                  <a:pt x="1" y="154015"/>
                </a:lnTo>
                <a:lnTo>
                  <a:pt x="1" y="1"/>
                </a:lnTo>
                <a:lnTo>
                  <a:pt x="172610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35" name="Блок-схема: задержка 34">
            <a:extLst>
              <a:ext uri="{FF2B5EF4-FFF2-40B4-BE49-F238E27FC236}">
                <a16:creationId xmlns:a16="http://schemas.microsoft.com/office/drawing/2014/main" id="{025A9A13-322D-43F9-8D99-5D523D25886C}"/>
              </a:ext>
            </a:extLst>
          </p:cNvPr>
          <p:cNvSpPr/>
          <p:nvPr/>
        </p:nvSpPr>
        <p:spPr>
          <a:xfrm rot="5400000">
            <a:off x="1270294" y="2440746"/>
            <a:ext cx="426410" cy="675002"/>
          </a:xfrm>
          <a:prstGeom prst="flowChartDelay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2EF87E7B-9D3B-4E61-AA4A-FD105911D1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03" y="2628351"/>
            <a:ext cx="299791" cy="299791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95826C4-65DD-4FFC-991D-B5522107A7E8}"/>
              </a:ext>
            </a:extLst>
          </p:cNvPr>
          <p:cNvSpPr/>
          <p:nvPr/>
        </p:nvSpPr>
        <p:spPr>
          <a:xfrm>
            <a:off x="582714" y="3715854"/>
            <a:ext cx="182328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dirty="0" err="1"/>
              <a:t>Lorem</a:t>
            </a:r>
            <a:r>
              <a:rPr lang="ru-RU" sz="1400" dirty="0"/>
              <a:t> </a:t>
            </a:r>
            <a:r>
              <a:rPr lang="ru-RU" sz="1400" dirty="0" err="1"/>
              <a:t>ipsum</a:t>
            </a:r>
            <a:r>
              <a:rPr lang="ru-RU" sz="1400" dirty="0"/>
              <a:t> </a:t>
            </a:r>
            <a:r>
              <a:rPr lang="ru-RU" sz="1400" dirty="0" err="1"/>
              <a:t>dolor</a:t>
            </a:r>
            <a:r>
              <a:rPr lang="ru-RU" sz="1400" dirty="0"/>
              <a:t> </a:t>
            </a:r>
            <a:r>
              <a:rPr lang="ru-RU" sz="1400" dirty="0" err="1"/>
              <a:t>sit</a:t>
            </a:r>
            <a:r>
              <a:rPr lang="ru-RU" sz="1400" dirty="0"/>
              <a:t> </a:t>
            </a:r>
            <a:r>
              <a:rPr lang="ru-RU" sz="1400" dirty="0" err="1"/>
              <a:t>amet</a:t>
            </a:r>
            <a:r>
              <a:rPr lang="ru-RU" sz="1400" dirty="0"/>
              <a:t>, </a:t>
            </a:r>
            <a:r>
              <a:rPr lang="ru-RU" sz="1400" dirty="0" err="1"/>
              <a:t>consectetuer</a:t>
            </a:r>
            <a:r>
              <a:rPr lang="ru-RU" sz="1400" dirty="0"/>
              <a:t> </a:t>
            </a:r>
            <a:r>
              <a:rPr lang="ru-RU" sz="1400" dirty="0" err="1"/>
              <a:t>adipiscing</a:t>
            </a:r>
            <a:r>
              <a:rPr lang="ru-RU" sz="1400" dirty="0"/>
              <a:t> </a:t>
            </a:r>
            <a:r>
              <a:rPr lang="ru-RU" sz="1400" dirty="0" err="1"/>
              <a:t>elit</a:t>
            </a:r>
            <a:r>
              <a:rPr lang="ru-RU" sz="1400" dirty="0"/>
              <a:t>.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3F9B288-2CFC-41FA-8A94-FB3B93D90A7A}"/>
              </a:ext>
            </a:extLst>
          </p:cNvPr>
          <p:cNvSpPr/>
          <p:nvPr/>
        </p:nvSpPr>
        <p:spPr>
          <a:xfrm>
            <a:off x="667268" y="3191777"/>
            <a:ext cx="16287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ЗАГОЛОВОК</a:t>
            </a:r>
          </a:p>
        </p:txBody>
      </p:sp>
      <p:sp>
        <p:nvSpPr>
          <p:cNvPr id="39" name="Овал 38">
            <a:extLst>
              <a:ext uri="{FF2B5EF4-FFF2-40B4-BE49-F238E27FC236}">
                <a16:creationId xmlns:a16="http://schemas.microsoft.com/office/drawing/2014/main" id="{76A0B2BD-83AC-4D94-8484-93F916D4E3D6}"/>
              </a:ext>
            </a:extLst>
          </p:cNvPr>
          <p:cNvSpPr/>
          <p:nvPr/>
        </p:nvSpPr>
        <p:spPr>
          <a:xfrm>
            <a:off x="5171940" y="4639909"/>
            <a:ext cx="345231" cy="308037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5312ACAE-8C45-4E93-BD3D-78F7F0955A7C}"/>
              </a:ext>
            </a:extLst>
          </p:cNvPr>
          <p:cNvSpPr/>
          <p:nvPr/>
        </p:nvSpPr>
        <p:spPr>
          <a:xfrm>
            <a:off x="3672171" y="4639909"/>
            <a:ext cx="345231" cy="308037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Восьмиугольник 40">
            <a:extLst>
              <a:ext uri="{FF2B5EF4-FFF2-40B4-BE49-F238E27FC236}">
                <a16:creationId xmlns:a16="http://schemas.microsoft.com/office/drawing/2014/main" id="{EF7C88D9-4FDE-41B0-8015-6C731ED71630}"/>
              </a:ext>
            </a:extLst>
          </p:cNvPr>
          <p:cNvSpPr/>
          <p:nvPr/>
        </p:nvSpPr>
        <p:spPr>
          <a:xfrm>
            <a:off x="3447171" y="2565042"/>
            <a:ext cx="2295000" cy="2518902"/>
          </a:xfrm>
          <a:prstGeom prst="octagon">
            <a:avLst/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2" name="Полилиния: фигура 41">
            <a:extLst>
              <a:ext uri="{FF2B5EF4-FFF2-40B4-BE49-F238E27FC236}">
                <a16:creationId xmlns:a16="http://schemas.microsoft.com/office/drawing/2014/main" id="{CFCFD0C8-DA00-4CCB-BC87-F4343AA62338}"/>
              </a:ext>
            </a:extLst>
          </p:cNvPr>
          <p:cNvSpPr/>
          <p:nvPr/>
        </p:nvSpPr>
        <p:spPr>
          <a:xfrm>
            <a:off x="3672170" y="4793927"/>
            <a:ext cx="1845419" cy="308038"/>
          </a:xfrm>
          <a:custGeom>
            <a:avLst/>
            <a:gdLst>
              <a:gd name="connsiteX0" fmla="*/ 172616 w 1845419"/>
              <a:gd name="connsiteY0" fmla="*/ 0 h 308038"/>
              <a:gd name="connsiteX1" fmla="*/ 172621 w 1845419"/>
              <a:gd name="connsiteY1" fmla="*/ 1 h 308038"/>
              <a:gd name="connsiteX2" fmla="*/ 1672798 w 1845419"/>
              <a:gd name="connsiteY2" fmla="*/ 1 h 308038"/>
              <a:gd name="connsiteX3" fmla="*/ 1672803 w 1845419"/>
              <a:gd name="connsiteY3" fmla="*/ 0 h 308038"/>
              <a:gd name="connsiteX4" fmla="*/ 1672809 w 1845419"/>
              <a:gd name="connsiteY4" fmla="*/ 1 h 308038"/>
              <a:gd name="connsiteX5" fmla="*/ 1845001 w 1845419"/>
              <a:gd name="connsiteY5" fmla="*/ 1 h 308038"/>
              <a:gd name="connsiteX6" fmla="*/ 1845001 w 1845419"/>
              <a:gd name="connsiteY6" fmla="*/ 152172 h 308038"/>
              <a:gd name="connsiteX7" fmla="*/ 1845419 w 1845419"/>
              <a:gd name="connsiteY7" fmla="*/ 154019 h 308038"/>
              <a:gd name="connsiteX8" fmla="*/ 1739993 w 1845419"/>
              <a:gd name="connsiteY8" fmla="*/ 295935 h 308038"/>
              <a:gd name="connsiteX9" fmla="*/ 1694977 w 1845419"/>
              <a:gd name="connsiteY9" fmla="*/ 304044 h 308038"/>
              <a:gd name="connsiteX10" fmla="*/ 1690983 w 1845419"/>
              <a:gd name="connsiteY10" fmla="*/ 308037 h 308038"/>
              <a:gd name="connsiteX11" fmla="*/ 1672809 w 1845419"/>
              <a:gd name="connsiteY11" fmla="*/ 308037 h 308038"/>
              <a:gd name="connsiteX12" fmla="*/ 1672803 w 1845419"/>
              <a:gd name="connsiteY12" fmla="*/ 308038 h 308038"/>
              <a:gd name="connsiteX13" fmla="*/ 1672798 w 1845419"/>
              <a:gd name="connsiteY13" fmla="*/ 308037 h 308038"/>
              <a:gd name="connsiteX14" fmla="*/ 172621 w 1845419"/>
              <a:gd name="connsiteY14" fmla="*/ 308037 h 308038"/>
              <a:gd name="connsiteX15" fmla="*/ 172616 w 1845419"/>
              <a:gd name="connsiteY15" fmla="*/ 308038 h 308038"/>
              <a:gd name="connsiteX16" fmla="*/ 172610 w 1845419"/>
              <a:gd name="connsiteY16" fmla="*/ 308037 h 308038"/>
              <a:gd name="connsiteX17" fmla="*/ 154019 w 1845419"/>
              <a:gd name="connsiteY17" fmla="*/ 308037 h 308038"/>
              <a:gd name="connsiteX18" fmla="*/ 149934 w 1845419"/>
              <a:gd name="connsiteY18" fmla="*/ 303952 h 308038"/>
              <a:gd name="connsiteX19" fmla="*/ 105426 w 1845419"/>
              <a:gd name="connsiteY19" fmla="*/ 295935 h 308038"/>
              <a:gd name="connsiteX20" fmla="*/ 0 w 1845419"/>
              <a:gd name="connsiteY20" fmla="*/ 154019 h 308038"/>
              <a:gd name="connsiteX21" fmla="*/ 1 w 1845419"/>
              <a:gd name="connsiteY21" fmla="*/ 154015 h 308038"/>
              <a:gd name="connsiteX22" fmla="*/ 1 w 1845419"/>
              <a:gd name="connsiteY22" fmla="*/ 1 h 308038"/>
              <a:gd name="connsiteX23" fmla="*/ 172610 w 1845419"/>
              <a:gd name="connsiteY23" fmla="*/ 1 h 308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845419" h="308038">
                <a:moveTo>
                  <a:pt x="172616" y="0"/>
                </a:moveTo>
                <a:lnTo>
                  <a:pt x="172621" y="1"/>
                </a:lnTo>
                <a:lnTo>
                  <a:pt x="1672798" y="1"/>
                </a:lnTo>
                <a:lnTo>
                  <a:pt x="1672803" y="0"/>
                </a:lnTo>
                <a:lnTo>
                  <a:pt x="1672809" y="1"/>
                </a:lnTo>
                <a:lnTo>
                  <a:pt x="1845001" y="1"/>
                </a:lnTo>
                <a:lnTo>
                  <a:pt x="1845001" y="152172"/>
                </a:lnTo>
                <a:lnTo>
                  <a:pt x="1845419" y="154019"/>
                </a:lnTo>
                <a:cubicBezTo>
                  <a:pt x="1845419" y="217816"/>
                  <a:pt x="1801948" y="272553"/>
                  <a:pt x="1739993" y="295935"/>
                </a:cubicBezTo>
                <a:lnTo>
                  <a:pt x="1694977" y="304044"/>
                </a:lnTo>
                <a:lnTo>
                  <a:pt x="1690983" y="308037"/>
                </a:lnTo>
                <a:lnTo>
                  <a:pt x="1672809" y="308037"/>
                </a:lnTo>
                <a:lnTo>
                  <a:pt x="1672803" y="308038"/>
                </a:lnTo>
                <a:lnTo>
                  <a:pt x="1672798" y="308037"/>
                </a:lnTo>
                <a:lnTo>
                  <a:pt x="172621" y="308037"/>
                </a:lnTo>
                <a:lnTo>
                  <a:pt x="172616" y="308038"/>
                </a:lnTo>
                <a:lnTo>
                  <a:pt x="172610" y="308037"/>
                </a:lnTo>
                <a:lnTo>
                  <a:pt x="154019" y="308037"/>
                </a:lnTo>
                <a:lnTo>
                  <a:pt x="149934" y="303952"/>
                </a:lnTo>
                <a:lnTo>
                  <a:pt x="105426" y="295935"/>
                </a:lnTo>
                <a:cubicBezTo>
                  <a:pt x="43472" y="272553"/>
                  <a:pt x="0" y="217816"/>
                  <a:pt x="0" y="154019"/>
                </a:cubicBezTo>
                <a:lnTo>
                  <a:pt x="1" y="154015"/>
                </a:lnTo>
                <a:lnTo>
                  <a:pt x="1" y="1"/>
                </a:lnTo>
                <a:lnTo>
                  <a:pt x="172610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3" name="Блок-схема: задержка 42">
            <a:extLst>
              <a:ext uri="{FF2B5EF4-FFF2-40B4-BE49-F238E27FC236}">
                <a16:creationId xmlns:a16="http://schemas.microsoft.com/office/drawing/2014/main" id="{075F37E1-2818-412B-B1CC-361A37098F2F}"/>
              </a:ext>
            </a:extLst>
          </p:cNvPr>
          <p:cNvSpPr/>
          <p:nvPr/>
        </p:nvSpPr>
        <p:spPr>
          <a:xfrm rot="5400000">
            <a:off x="4381465" y="2440746"/>
            <a:ext cx="426410" cy="675002"/>
          </a:xfrm>
          <a:prstGeom prst="flowChartDelay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193BDD4F-2264-447F-82C0-F87A87A52B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444774" y="2628351"/>
            <a:ext cx="299791" cy="299791"/>
          </a:xfrm>
          <a:prstGeom prst="rect">
            <a:avLst/>
          </a:prstGeom>
        </p:spPr>
      </p:pic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C5C6DD7-5190-4716-9BA6-025E61FD4B1B}"/>
              </a:ext>
            </a:extLst>
          </p:cNvPr>
          <p:cNvSpPr/>
          <p:nvPr/>
        </p:nvSpPr>
        <p:spPr>
          <a:xfrm>
            <a:off x="3693885" y="3715854"/>
            <a:ext cx="182328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dirty="0" err="1"/>
              <a:t>Lorem</a:t>
            </a:r>
            <a:r>
              <a:rPr lang="ru-RU" sz="1400" dirty="0"/>
              <a:t> </a:t>
            </a:r>
            <a:r>
              <a:rPr lang="ru-RU" sz="1400" dirty="0" err="1"/>
              <a:t>ipsum</a:t>
            </a:r>
            <a:r>
              <a:rPr lang="ru-RU" sz="1400" dirty="0"/>
              <a:t> </a:t>
            </a:r>
            <a:r>
              <a:rPr lang="ru-RU" sz="1400" dirty="0" err="1"/>
              <a:t>dolor</a:t>
            </a:r>
            <a:r>
              <a:rPr lang="ru-RU" sz="1400" dirty="0"/>
              <a:t> </a:t>
            </a:r>
            <a:r>
              <a:rPr lang="ru-RU" sz="1400" dirty="0" err="1"/>
              <a:t>sit</a:t>
            </a:r>
            <a:r>
              <a:rPr lang="ru-RU" sz="1400" dirty="0"/>
              <a:t> </a:t>
            </a:r>
            <a:r>
              <a:rPr lang="ru-RU" sz="1400" dirty="0" err="1"/>
              <a:t>amet</a:t>
            </a:r>
            <a:r>
              <a:rPr lang="ru-RU" sz="1400" dirty="0"/>
              <a:t>, </a:t>
            </a:r>
            <a:r>
              <a:rPr lang="ru-RU" sz="1400" dirty="0" err="1"/>
              <a:t>consectetuer</a:t>
            </a:r>
            <a:r>
              <a:rPr lang="ru-RU" sz="1400" dirty="0"/>
              <a:t> </a:t>
            </a:r>
            <a:r>
              <a:rPr lang="ru-RU" sz="1400" dirty="0" err="1"/>
              <a:t>adipiscing</a:t>
            </a:r>
            <a:r>
              <a:rPr lang="ru-RU" sz="1400" dirty="0"/>
              <a:t> </a:t>
            </a:r>
            <a:r>
              <a:rPr lang="ru-RU" sz="1400" dirty="0" err="1"/>
              <a:t>elit</a:t>
            </a:r>
            <a:r>
              <a:rPr lang="ru-RU" sz="1400" dirty="0"/>
              <a:t>.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3B9FEAD9-C236-4951-B17C-BF764EE2A312}"/>
              </a:ext>
            </a:extLst>
          </p:cNvPr>
          <p:cNvSpPr/>
          <p:nvPr/>
        </p:nvSpPr>
        <p:spPr>
          <a:xfrm>
            <a:off x="3778439" y="3191777"/>
            <a:ext cx="16287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ЗАГОЛОВОК</a:t>
            </a:r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B1BC79CF-F0A1-49DC-9902-D33FB4B0C363}"/>
              </a:ext>
            </a:extLst>
          </p:cNvPr>
          <p:cNvGrpSpPr/>
          <p:nvPr/>
        </p:nvGrpSpPr>
        <p:grpSpPr>
          <a:xfrm>
            <a:off x="6556912" y="2582559"/>
            <a:ext cx="2295000" cy="2536923"/>
            <a:chOff x="6556912" y="2582559"/>
            <a:chExt cx="2295000" cy="2536923"/>
          </a:xfrm>
        </p:grpSpPr>
        <p:sp>
          <p:nvSpPr>
            <p:cNvPr id="48" name="Овал 47">
              <a:extLst>
                <a:ext uri="{FF2B5EF4-FFF2-40B4-BE49-F238E27FC236}">
                  <a16:creationId xmlns:a16="http://schemas.microsoft.com/office/drawing/2014/main" id="{7D8BF4E8-86C8-466D-A79A-22B65969C9EE}"/>
                </a:ext>
              </a:extLst>
            </p:cNvPr>
            <p:cNvSpPr/>
            <p:nvPr/>
          </p:nvSpPr>
          <p:spPr>
            <a:xfrm>
              <a:off x="8281681" y="4657426"/>
              <a:ext cx="345231" cy="308037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Овал 48">
              <a:extLst>
                <a:ext uri="{FF2B5EF4-FFF2-40B4-BE49-F238E27FC236}">
                  <a16:creationId xmlns:a16="http://schemas.microsoft.com/office/drawing/2014/main" id="{B7703EFF-4F34-4FC7-970B-38A7F16EEFC3}"/>
                </a:ext>
              </a:extLst>
            </p:cNvPr>
            <p:cNvSpPr/>
            <p:nvPr/>
          </p:nvSpPr>
          <p:spPr>
            <a:xfrm>
              <a:off x="6781912" y="4657426"/>
              <a:ext cx="345231" cy="308037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0" name="Восьмиугольник 49">
              <a:extLst>
                <a:ext uri="{FF2B5EF4-FFF2-40B4-BE49-F238E27FC236}">
                  <a16:creationId xmlns:a16="http://schemas.microsoft.com/office/drawing/2014/main" id="{6B23B64F-D407-4AC7-90C4-D42C367E0D04}"/>
                </a:ext>
              </a:extLst>
            </p:cNvPr>
            <p:cNvSpPr/>
            <p:nvPr/>
          </p:nvSpPr>
          <p:spPr>
            <a:xfrm>
              <a:off x="6556912" y="2582559"/>
              <a:ext cx="2295000" cy="2518902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1" name="Полилиния: фигура 50">
              <a:extLst>
                <a:ext uri="{FF2B5EF4-FFF2-40B4-BE49-F238E27FC236}">
                  <a16:creationId xmlns:a16="http://schemas.microsoft.com/office/drawing/2014/main" id="{EB930345-BE4E-428E-BEA9-61ABEAD2EFF8}"/>
                </a:ext>
              </a:extLst>
            </p:cNvPr>
            <p:cNvSpPr/>
            <p:nvPr/>
          </p:nvSpPr>
          <p:spPr>
            <a:xfrm>
              <a:off x="6781911" y="4811444"/>
              <a:ext cx="1845419" cy="308038"/>
            </a:xfrm>
            <a:custGeom>
              <a:avLst/>
              <a:gdLst>
                <a:gd name="connsiteX0" fmla="*/ 172616 w 1845419"/>
                <a:gd name="connsiteY0" fmla="*/ 0 h 308038"/>
                <a:gd name="connsiteX1" fmla="*/ 172621 w 1845419"/>
                <a:gd name="connsiteY1" fmla="*/ 1 h 308038"/>
                <a:gd name="connsiteX2" fmla="*/ 1672797 w 1845419"/>
                <a:gd name="connsiteY2" fmla="*/ 1 h 308038"/>
                <a:gd name="connsiteX3" fmla="*/ 1672803 w 1845419"/>
                <a:gd name="connsiteY3" fmla="*/ 0 h 308038"/>
                <a:gd name="connsiteX4" fmla="*/ 1672809 w 1845419"/>
                <a:gd name="connsiteY4" fmla="*/ 1 h 308038"/>
                <a:gd name="connsiteX5" fmla="*/ 1845001 w 1845419"/>
                <a:gd name="connsiteY5" fmla="*/ 1 h 308038"/>
                <a:gd name="connsiteX6" fmla="*/ 1845001 w 1845419"/>
                <a:gd name="connsiteY6" fmla="*/ 152172 h 308038"/>
                <a:gd name="connsiteX7" fmla="*/ 1845419 w 1845419"/>
                <a:gd name="connsiteY7" fmla="*/ 154019 h 308038"/>
                <a:gd name="connsiteX8" fmla="*/ 1739993 w 1845419"/>
                <a:gd name="connsiteY8" fmla="*/ 295935 h 308038"/>
                <a:gd name="connsiteX9" fmla="*/ 1694976 w 1845419"/>
                <a:gd name="connsiteY9" fmla="*/ 304044 h 308038"/>
                <a:gd name="connsiteX10" fmla="*/ 1690983 w 1845419"/>
                <a:gd name="connsiteY10" fmla="*/ 308037 h 308038"/>
                <a:gd name="connsiteX11" fmla="*/ 1672809 w 1845419"/>
                <a:gd name="connsiteY11" fmla="*/ 308037 h 308038"/>
                <a:gd name="connsiteX12" fmla="*/ 1672803 w 1845419"/>
                <a:gd name="connsiteY12" fmla="*/ 308038 h 308038"/>
                <a:gd name="connsiteX13" fmla="*/ 1672797 w 1845419"/>
                <a:gd name="connsiteY13" fmla="*/ 308037 h 308038"/>
                <a:gd name="connsiteX14" fmla="*/ 172621 w 1845419"/>
                <a:gd name="connsiteY14" fmla="*/ 308037 h 308038"/>
                <a:gd name="connsiteX15" fmla="*/ 172616 w 1845419"/>
                <a:gd name="connsiteY15" fmla="*/ 308038 h 308038"/>
                <a:gd name="connsiteX16" fmla="*/ 172610 w 1845419"/>
                <a:gd name="connsiteY16" fmla="*/ 308037 h 308038"/>
                <a:gd name="connsiteX17" fmla="*/ 154019 w 1845419"/>
                <a:gd name="connsiteY17" fmla="*/ 308037 h 308038"/>
                <a:gd name="connsiteX18" fmla="*/ 149934 w 1845419"/>
                <a:gd name="connsiteY18" fmla="*/ 303952 h 308038"/>
                <a:gd name="connsiteX19" fmla="*/ 105426 w 1845419"/>
                <a:gd name="connsiteY19" fmla="*/ 295935 h 308038"/>
                <a:gd name="connsiteX20" fmla="*/ 0 w 1845419"/>
                <a:gd name="connsiteY20" fmla="*/ 154019 h 308038"/>
                <a:gd name="connsiteX21" fmla="*/ 1 w 1845419"/>
                <a:gd name="connsiteY21" fmla="*/ 154015 h 308038"/>
                <a:gd name="connsiteX22" fmla="*/ 1 w 1845419"/>
                <a:gd name="connsiteY22" fmla="*/ 1 h 308038"/>
                <a:gd name="connsiteX23" fmla="*/ 172610 w 1845419"/>
                <a:gd name="connsiteY23" fmla="*/ 1 h 30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45419" h="308038">
                  <a:moveTo>
                    <a:pt x="172616" y="0"/>
                  </a:moveTo>
                  <a:lnTo>
                    <a:pt x="172621" y="1"/>
                  </a:lnTo>
                  <a:lnTo>
                    <a:pt x="1672797" y="1"/>
                  </a:lnTo>
                  <a:lnTo>
                    <a:pt x="1672803" y="0"/>
                  </a:lnTo>
                  <a:lnTo>
                    <a:pt x="1672809" y="1"/>
                  </a:lnTo>
                  <a:lnTo>
                    <a:pt x="1845001" y="1"/>
                  </a:lnTo>
                  <a:lnTo>
                    <a:pt x="1845001" y="152172"/>
                  </a:lnTo>
                  <a:lnTo>
                    <a:pt x="1845419" y="154019"/>
                  </a:lnTo>
                  <a:cubicBezTo>
                    <a:pt x="1845419" y="217816"/>
                    <a:pt x="1801947" y="272553"/>
                    <a:pt x="1739993" y="295935"/>
                  </a:cubicBezTo>
                  <a:lnTo>
                    <a:pt x="1694976" y="304044"/>
                  </a:lnTo>
                  <a:lnTo>
                    <a:pt x="1690983" y="308037"/>
                  </a:lnTo>
                  <a:lnTo>
                    <a:pt x="1672809" y="308037"/>
                  </a:lnTo>
                  <a:lnTo>
                    <a:pt x="1672803" y="308038"/>
                  </a:lnTo>
                  <a:lnTo>
                    <a:pt x="1672797" y="308037"/>
                  </a:lnTo>
                  <a:lnTo>
                    <a:pt x="172621" y="308037"/>
                  </a:lnTo>
                  <a:lnTo>
                    <a:pt x="172616" y="308038"/>
                  </a:lnTo>
                  <a:lnTo>
                    <a:pt x="172610" y="308037"/>
                  </a:lnTo>
                  <a:lnTo>
                    <a:pt x="154019" y="308037"/>
                  </a:lnTo>
                  <a:lnTo>
                    <a:pt x="149934" y="303952"/>
                  </a:lnTo>
                  <a:lnTo>
                    <a:pt x="105426" y="295935"/>
                  </a:lnTo>
                  <a:cubicBezTo>
                    <a:pt x="43471" y="272553"/>
                    <a:pt x="0" y="217816"/>
                    <a:pt x="0" y="154019"/>
                  </a:cubicBezTo>
                  <a:lnTo>
                    <a:pt x="1" y="154015"/>
                  </a:lnTo>
                  <a:lnTo>
                    <a:pt x="1" y="1"/>
                  </a:lnTo>
                  <a:lnTo>
                    <a:pt x="17261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sp>
        <p:nvSpPr>
          <p:cNvPr id="52" name="Блок-схема: задержка 51">
            <a:extLst>
              <a:ext uri="{FF2B5EF4-FFF2-40B4-BE49-F238E27FC236}">
                <a16:creationId xmlns:a16="http://schemas.microsoft.com/office/drawing/2014/main" id="{943AA637-D9A0-49A4-B6FC-B58F86BD6A93}"/>
              </a:ext>
            </a:extLst>
          </p:cNvPr>
          <p:cNvSpPr/>
          <p:nvPr/>
        </p:nvSpPr>
        <p:spPr>
          <a:xfrm rot="5400000">
            <a:off x="7491206" y="2458263"/>
            <a:ext cx="426410" cy="675002"/>
          </a:xfrm>
          <a:prstGeom prst="flowChartDelay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99D57505-9D80-45D9-B290-B7FD73944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54515" y="2645868"/>
            <a:ext cx="299791" cy="299791"/>
          </a:xfrm>
          <a:prstGeom prst="rect">
            <a:avLst/>
          </a:prstGeom>
        </p:spPr>
      </p:pic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6C2B66F8-89F1-4831-AACE-B19C31A15587}"/>
              </a:ext>
            </a:extLst>
          </p:cNvPr>
          <p:cNvSpPr/>
          <p:nvPr/>
        </p:nvSpPr>
        <p:spPr>
          <a:xfrm>
            <a:off x="6803626" y="3733371"/>
            <a:ext cx="182328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dirty="0" err="1"/>
              <a:t>Lorem</a:t>
            </a:r>
            <a:r>
              <a:rPr lang="ru-RU" sz="1400" dirty="0"/>
              <a:t> </a:t>
            </a:r>
            <a:r>
              <a:rPr lang="ru-RU" sz="1400" dirty="0" err="1"/>
              <a:t>ipsum</a:t>
            </a:r>
            <a:r>
              <a:rPr lang="ru-RU" sz="1400" dirty="0"/>
              <a:t> </a:t>
            </a:r>
            <a:r>
              <a:rPr lang="ru-RU" sz="1400" dirty="0" err="1"/>
              <a:t>dolor</a:t>
            </a:r>
            <a:r>
              <a:rPr lang="ru-RU" sz="1400" dirty="0"/>
              <a:t> </a:t>
            </a:r>
            <a:r>
              <a:rPr lang="ru-RU" sz="1400" dirty="0" err="1"/>
              <a:t>sit</a:t>
            </a:r>
            <a:r>
              <a:rPr lang="ru-RU" sz="1400" dirty="0"/>
              <a:t> </a:t>
            </a:r>
            <a:r>
              <a:rPr lang="ru-RU" sz="1400" dirty="0" err="1"/>
              <a:t>amet</a:t>
            </a:r>
            <a:r>
              <a:rPr lang="ru-RU" sz="1400" dirty="0"/>
              <a:t>, </a:t>
            </a:r>
            <a:r>
              <a:rPr lang="ru-RU" sz="1400" dirty="0" err="1"/>
              <a:t>consectetuer</a:t>
            </a:r>
            <a:r>
              <a:rPr lang="ru-RU" sz="1400" dirty="0"/>
              <a:t> </a:t>
            </a:r>
            <a:r>
              <a:rPr lang="ru-RU" sz="1400" dirty="0" err="1"/>
              <a:t>adipiscing</a:t>
            </a:r>
            <a:r>
              <a:rPr lang="ru-RU" sz="1400" dirty="0"/>
              <a:t> </a:t>
            </a:r>
            <a:r>
              <a:rPr lang="ru-RU" sz="1400" dirty="0" err="1"/>
              <a:t>elit</a:t>
            </a:r>
            <a:r>
              <a:rPr lang="ru-RU" sz="1400" dirty="0"/>
              <a:t>.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2FEA059B-EF76-4967-84FE-FF6B15B218FD}"/>
              </a:ext>
            </a:extLst>
          </p:cNvPr>
          <p:cNvSpPr/>
          <p:nvPr/>
        </p:nvSpPr>
        <p:spPr>
          <a:xfrm>
            <a:off x="6888180" y="3209294"/>
            <a:ext cx="16287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ЗАГОЛОВОК</a:t>
            </a:r>
          </a:p>
        </p:txBody>
      </p: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E89D1DE6-8060-4E7E-902A-FC29D112B918}"/>
              </a:ext>
            </a:extLst>
          </p:cNvPr>
          <p:cNvGrpSpPr/>
          <p:nvPr/>
        </p:nvGrpSpPr>
        <p:grpSpPr>
          <a:xfrm>
            <a:off x="9661910" y="2582559"/>
            <a:ext cx="2295000" cy="2536923"/>
            <a:chOff x="9661910" y="2582559"/>
            <a:chExt cx="2295000" cy="2536923"/>
          </a:xfrm>
        </p:grpSpPr>
        <p:sp>
          <p:nvSpPr>
            <p:cNvPr id="57" name="Овал 56">
              <a:extLst>
                <a:ext uri="{FF2B5EF4-FFF2-40B4-BE49-F238E27FC236}">
                  <a16:creationId xmlns:a16="http://schemas.microsoft.com/office/drawing/2014/main" id="{5B9C62B6-7247-41DF-BB9C-45D70762ACFB}"/>
                </a:ext>
              </a:extLst>
            </p:cNvPr>
            <p:cNvSpPr/>
            <p:nvPr/>
          </p:nvSpPr>
          <p:spPr>
            <a:xfrm>
              <a:off x="11386679" y="4657426"/>
              <a:ext cx="345231" cy="308037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Овал 57">
              <a:extLst>
                <a:ext uri="{FF2B5EF4-FFF2-40B4-BE49-F238E27FC236}">
                  <a16:creationId xmlns:a16="http://schemas.microsoft.com/office/drawing/2014/main" id="{6D2BAE88-6CE2-405E-9AAC-EB8463681578}"/>
                </a:ext>
              </a:extLst>
            </p:cNvPr>
            <p:cNvSpPr/>
            <p:nvPr/>
          </p:nvSpPr>
          <p:spPr>
            <a:xfrm>
              <a:off x="9886910" y="4657426"/>
              <a:ext cx="345231" cy="308037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9" name="Восьмиугольник 58">
              <a:extLst>
                <a:ext uri="{FF2B5EF4-FFF2-40B4-BE49-F238E27FC236}">
                  <a16:creationId xmlns:a16="http://schemas.microsoft.com/office/drawing/2014/main" id="{76BA1D21-F8DD-4617-96DF-333761D76AFB}"/>
                </a:ext>
              </a:extLst>
            </p:cNvPr>
            <p:cNvSpPr/>
            <p:nvPr/>
          </p:nvSpPr>
          <p:spPr>
            <a:xfrm>
              <a:off x="9661910" y="2582559"/>
              <a:ext cx="2295000" cy="2518902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0" name="Полилиния: фигура 59">
              <a:extLst>
                <a:ext uri="{FF2B5EF4-FFF2-40B4-BE49-F238E27FC236}">
                  <a16:creationId xmlns:a16="http://schemas.microsoft.com/office/drawing/2014/main" id="{CC0488C3-9DA9-453F-A067-54232D3E4A1F}"/>
                </a:ext>
              </a:extLst>
            </p:cNvPr>
            <p:cNvSpPr/>
            <p:nvPr/>
          </p:nvSpPr>
          <p:spPr>
            <a:xfrm>
              <a:off x="9886909" y="4811444"/>
              <a:ext cx="1845419" cy="308038"/>
            </a:xfrm>
            <a:custGeom>
              <a:avLst/>
              <a:gdLst>
                <a:gd name="connsiteX0" fmla="*/ 172616 w 1845419"/>
                <a:gd name="connsiteY0" fmla="*/ 0 h 308038"/>
                <a:gd name="connsiteX1" fmla="*/ 172622 w 1845419"/>
                <a:gd name="connsiteY1" fmla="*/ 1 h 308038"/>
                <a:gd name="connsiteX2" fmla="*/ 1672797 w 1845419"/>
                <a:gd name="connsiteY2" fmla="*/ 1 h 308038"/>
                <a:gd name="connsiteX3" fmla="*/ 1672803 w 1845419"/>
                <a:gd name="connsiteY3" fmla="*/ 0 h 308038"/>
                <a:gd name="connsiteX4" fmla="*/ 1672809 w 1845419"/>
                <a:gd name="connsiteY4" fmla="*/ 1 h 308038"/>
                <a:gd name="connsiteX5" fmla="*/ 1845001 w 1845419"/>
                <a:gd name="connsiteY5" fmla="*/ 1 h 308038"/>
                <a:gd name="connsiteX6" fmla="*/ 1845001 w 1845419"/>
                <a:gd name="connsiteY6" fmla="*/ 152172 h 308038"/>
                <a:gd name="connsiteX7" fmla="*/ 1845419 w 1845419"/>
                <a:gd name="connsiteY7" fmla="*/ 154019 h 308038"/>
                <a:gd name="connsiteX8" fmla="*/ 1739993 w 1845419"/>
                <a:gd name="connsiteY8" fmla="*/ 295935 h 308038"/>
                <a:gd name="connsiteX9" fmla="*/ 1694976 w 1845419"/>
                <a:gd name="connsiteY9" fmla="*/ 304044 h 308038"/>
                <a:gd name="connsiteX10" fmla="*/ 1690983 w 1845419"/>
                <a:gd name="connsiteY10" fmla="*/ 308037 h 308038"/>
                <a:gd name="connsiteX11" fmla="*/ 1672809 w 1845419"/>
                <a:gd name="connsiteY11" fmla="*/ 308037 h 308038"/>
                <a:gd name="connsiteX12" fmla="*/ 1672803 w 1845419"/>
                <a:gd name="connsiteY12" fmla="*/ 308038 h 308038"/>
                <a:gd name="connsiteX13" fmla="*/ 1672797 w 1845419"/>
                <a:gd name="connsiteY13" fmla="*/ 308037 h 308038"/>
                <a:gd name="connsiteX14" fmla="*/ 172622 w 1845419"/>
                <a:gd name="connsiteY14" fmla="*/ 308037 h 308038"/>
                <a:gd name="connsiteX15" fmla="*/ 172616 w 1845419"/>
                <a:gd name="connsiteY15" fmla="*/ 308038 h 308038"/>
                <a:gd name="connsiteX16" fmla="*/ 172610 w 1845419"/>
                <a:gd name="connsiteY16" fmla="*/ 308037 h 308038"/>
                <a:gd name="connsiteX17" fmla="*/ 154019 w 1845419"/>
                <a:gd name="connsiteY17" fmla="*/ 308037 h 308038"/>
                <a:gd name="connsiteX18" fmla="*/ 149934 w 1845419"/>
                <a:gd name="connsiteY18" fmla="*/ 303952 h 308038"/>
                <a:gd name="connsiteX19" fmla="*/ 105426 w 1845419"/>
                <a:gd name="connsiteY19" fmla="*/ 295935 h 308038"/>
                <a:gd name="connsiteX20" fmla="*/ 0 w 1845419"/>
                <a:gd name="connsiteY20" fmla="*/ 154019 h 308038"/>
                <a:gd name="connsiteX21" fmla="*/ 1 w 1845419"/>
                <a:gd name="connsiteY21" fmla="*/ 154015 h 308038"/>
                <a:gd name="connsiteX22" fmla="*/ 1 w 1845419"/>
                <a:gd name="connsiteY22" fmla="*/ 1 h 308038"/>
                <a:gd name="connsiteX23" fmla="*/ 172610 w 1845419"/>
                <a:gd name="connsiteY23" fmla="*/ 1 h 30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45419" h="308038">
                  <a:moveTo>
                    <a:pt x="172616" y="0"/>
                  </a:moveTo>
                  <a:lnTo>
                    <a:pt x="172622" y="1"/>
                  </a:lnTo>
                  <a:lnTo>
                    <a:pt x="1672797" y="1"/>
                  </a:lnTo>
                  <a:lnTo>
                    <a:pt x="1672803" y="0"/>
                  </a:lnTo>
                  <a:lnTo>
                    <a:pt x="1672809" y="1"/>
                  </a:lnTo>
                  <a:lnTo>
                    <a:pt x="1845001" y="1"/>
                  </a:lnTo>
                  <a:lnTo>
                    <a:pt x="1845001" y="152172"/>
                  </a:lnTo>
                  <a:lnTo>
                    <a:pt x="1845419" y="154019"/>
                  </a:lnTo>
                  <a:cubicBezTo>
                    <a:pt x="1845419" y="217816"/>
                    <a:pt x="1801947" y="272553"/>
                    <a:pt x="1739993" y="295935"/>
                  </a:cubicBezTo>
                  <a:lnTo>
                    <a:pt x="1694976" y="304044"/>
                  </a:lnTo>
                  <a:lnTo>
                    <a:pt x="1690983" y="308037"/>
                  </a:lnTo>
                  <a:lnTo>
                    <a:pt x="1672809" y="308037"/>
                  </a:lnTo>
                  <a:lnTo>
                    <a:pt x="1672803" y="308038"/>
                  </a:lnTo>
                  <a:lnTo>
                    <a:pt x="1672797" y="308037"/>
                  </a:lnTo>
                  <a:lnTo>
                    <a:pt x="172622" y="308037"/>
                  </a:lnTo>
                  <a:lnTo>
                    <a:pt x="172616" y="308038"/>
                  </a:lnTo>
                  <a:lnTo>
                    <a:pt x="172610" y="308037"/>
                  </a:lnTo>
                  <a:lnTo>
                    <a:pt x="154019" y="308037"/>
                  </a:lnTo>
                  <a:lnTo>
                    <a:pt x="149934" y="303952"/>
                  </a:lnTo>
                  <a:lnTo>
                    <a:pt x="105426" y="295935"/>
                  </a:lnTo>
                  <a:cubicBezTo>
                    <a:pt x="43472" y="272553"/>
                    <a:pt x="0" y="217816"/>
                    <a:pt x="0" y="154019"/>
                  </a:cubicBezTo>
                  <a:lnTo>
                    <a:pt x="1" y="154015"/>
                  </a:lnTo>
                  <a:lnTo>
                    <a:pt x="1" y="1"/>
                  </a:lnTo>
                  <a:lnTo>
                    <a:pt x="17261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sp>
        <p:nvSpPr>
          <p:cNvPr id="61" name="Блок-схема: задержка 60">
            <a:extLst>
              <a:ext uri="{FF2B5EF4-FFF2-40B4-BE49-F238E27FC236}">
                <a16:creationId xmlns:a16="http://schemas.microsoft.com/office/drawing/2014/main" id="{D7C1D67E-83D5-41BA-9CE5-3F5803085921}"/>
              </a:ext>
            </a:extLst>
          </p:cNvPr>
          <p:cNvSpPr/>
          <p:nvPr/>
        </p:nvSpPr>
        <p:spPr>
          <a:xfrm rot="5400000">
            <a:off x="10596204" y="2458263"/>
            <a:ext cx="426410" cy="675002"/>
          </a:xfrm>
          <a:prstGeom prst="flowChartDelay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5E7DAB5E-6190-49A9-92FE-F53EEC1534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659513" y="2645868"/>
            <a:ext cx="299791" cy="299791"/>
          </a:xfrm>
          <a:prstGeom prst="rect">
            <a:avLst/>
          </a:prstGeom>
        </p:spPr>
      </p:pic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34815C98-8F27-4423-B464-6259B5E76398}"/>
              </a:ext>
            </a:extLst>
          </p:cNvPr>
          <p:cNvSpPr/>
          <p:nvPr/>
        </p:nvSpPr>
        <p:spPr>
          <a:xfrm>
            <a:off x="9908624" y="3733371"/>
            <a:ext cx="182328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400" dirty="0" err="1"/>
              <a:t>Lorem</a:t>
            </a:r>
            <a:r>
              <a:rPr lang="ru-RU" sz="1400" dirty="0"/>
              <a:t> </a:t>
            </a:r>
            <a:r>
              <a:rPr lang="ru-RU" sz="1400" dirty="0" err="1"/>
              <a:t>ipsum</a:t>
            </a:r>
            <a:r>
              <a:rPr lang="ru-RU" sz="1400" dirty="0"/>
              <a:t> </a:t>
            </a:r>
            <a:r>
              <a:rPr lang="ru-RU" sz="1400" dirty="0" err="1"/>
              <a:t>dolor</a:t>
            </a:r>
            <a:r>
              <a:rPr lang="ru-RU" sz="1400" dirty="0"/>
              <a:t> </a:t>
            </a:r>
            <a:r>
              <a:rPr lang="ru-RU" sz="1400" dirty="0" err="1"/>
              <a:t>sit</a:t>
            </a:r>
            <a:r>
              <a:rPr lang="ru-RU" sz="1400" dirty="0"/>
              <a:t> </a:t>
            </a:r>
            <a:r>
              <a:rPr lang="ru-RU" sz="1400" dirty="0" err="1"/>
              <a:t>amet</a:t>
            </a:r>
            <a:r>
              <a:rPr lang="ru-RU" sz="1400" dirty="0"/>
              <a:t>, </a:t>
            </a:r>
            <a:r>
              <a:rPr lang="ru-RU" sz="1400" dirty="0" err="1"/>
              <a:t>consectetuer</a:t>
            </a:r>
            <a:r>
              <a:rPr lang="ru-RU" sz="1400" dirty="0"/>
              <a:t> </a:t>
            </a:r>
            <a:r>
              <a:rPr lang="ru-RU" sz="1400" dirty="0" err="1"/>
              <a:t>adipiscing</a:t>
            </a:r>
            <a:r>
              <a:rPr lang="ru-RU" sz="1400" dirty="0"/>
              <a:t> </a:t>
            </a:r>
            <a:r>
              <a:rPr lang="ru-RU" sz="1400" dirty="0" err="1"/>
              <a:t>elit</a:t>
            </a:r>
            <a:r>
              <a:rPr lang="ru-RU" sz="1400" dirty="0"/>
              <a:t>.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76AD83B5-E0DC-414F-9C0E-23FAA320A008}"/>
              </a:ext>
            </a:extLst>
          </p:cNvPr>
          <p:cNvSpPr/>
          <p:nvPr/>
        </p:nvSpPr>
        <p:spPr>
          <a:xfrm>
            <a:off x="9993178" y="3209294"/>
            <a:ext cx="162870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ЗАГОЛОВОК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C2B61075-47C3-48E7-8A03-375B2142E9DF}"/>
              </a:ext>
            </a:extLst>
          </p:cNvPr>
          <p:cNvSpPr/>
          <p:nvPr/>
        </p:nvSpPr>
        <p:spPr>
          <a:xfrm>
            <a:off x="658857" y="4791985"/>
            <a:ext cx="162870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bg1"/>
                </a:solidFill>
              </a:rPr>
              <a:t>ЗАГОЛОВОК</a:t>
            </a: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F2B2EDAA-BE14-435C-95B5-772F4AA3AA41}"/>
              </a:ext>
            </a:extLst>
          </p:cNvPr>
          <p:cNvSpPr/>
          <p:nvPr/>
        </p:nvSpPr>
        <p:spPr>
          <a:xfrm>
            <a:off x="3816401" y="4793927"/>
            <a:ext cx="162870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bg1"/>
                </a:solidFill>
              </a:rPr>
              <a:t>ЗАГОЛОВОК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EE602632-7895-495F-A3A8-99E0899D0989}"/>
              </a:ext>
            </a:extLst>
          </p:cNvPr>
          <p:cNvSpPr/>
          <p:nvPr/>
        </p:nvSpPr>
        <p:spPr>
          <a:xfrm>
            <a:off x="6900915" y="4801910"/>
            <a:ext cx="162870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bg1"/>
                </a:solidFill>
              </a:rPr>
              <a:t>ЗАГОЛОВОК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B3BE1DD2-5503-4245-8C63-EA4AEB33ACA2}"/>
              </a:ext>
            </a:extLst>
          </p:cNvPr>
          <p:cNvSpPr/>
          <p:nvPr/>
        </p:nvSpPr>
        <p:spPr>
          <a:xfrm>
            <a:off x="10010043" y="4791985"/>
            <a:ext cx="162870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bg1"/>
                </a:solidFill>
              </a:rPr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89008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CA6E93-1A82-4EEB-ACA5-BF1631BAD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C7515170-F6C5-42E5-9581-ACA819CC5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0477" y="2230769"/>
            <a:ext cx="5619750" cy="348195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C0974573-9957-403B-861B-8F9355205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06B23C-98BC-4245-94CA-B2D3DAFD7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456286" y="2230769"/>
            <a:ext cx="3159378" cy="315937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208856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27A84-B571-40A6-9442-C07B6F60D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745217-64B4-4F80-9F7C-3B795062D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</a:t>
            </a:r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8508F242-36C8-428F-8639-F97123632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527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FE7ABB-0018-41AF-A740-22B510819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16" name="Нижний колонтитул 4">
            <a:extLst>
              <a:ext uri="{FF2B5EF4-FFF2-40B4-BE49-F238E27FC236}">
                <a16:creationId xmlns:a16="http://schemas.microsoft.com/office/drawing/2014/main" id="{B1062245-809A-4CFA-A48C-EFEB36EB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E7AA2A9-7D7C-4E20-B318-FA398525EDA0}"/>
              </a:ext>
            </a:extLst>
          </p:cNvPr>
          <p:cNvSpPr/>
          <p:nvPr/>
        </p:nvSpPr>
        <p:spPr>
          <a:xfrm>
            <a:off x="1385207" y="2368072"/>
            <a:ext cx="2886075" cy="318055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A177DD30-E41E-4EE5-9D1A-D2F4E70667D0}"/>
              </a:ext>
            </a:extLst>
          </p:cNvPr>
          <p:cNvSpPr/>
          <p:nvPr/>
        </p:nvSpPr>
        <p:spPr>
          <a:xfrm>
            <a:off x="2452007" y="2026770"/>
            <a:ext cx="733425" cy="733425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F53C54-692F-48C8-910E-84504432DC16}"/>
              </a:ext>
            </a:extLst>
          </p:cNvPr>
          <p:cNvSpPr txBox="1"/>
          <p:nvPr/>
        </p:nvSpPr>
        <p:spPr>
          <a:xfrm>
            <a:off x="2456770" y="2032056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accent5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B05F6CA-D89B-4942-B938-C7BCF5A64433}"/>
              </a:ext>
            </a:extLst>
          </p:cNvPr>
          <p:cNvSpPr/>
          <p:nvPr/>
        </p:nvSpPr>
        <p:spPr>
          <a:xfrm>
            <a:off x="4758644" y="2368072"/>
            <a:ext cx="2886075" cy="318055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67FC5225-80C9-4EE3-B42D-95B0677D5DEE}"/>
              </a:ext>
            </a:extLst>
          </p:cNvPr>
          <p:cNvSpPr txBox="1">
            <a:spLocks/>
          </p:cNvSpPr>
          <p:nvPr/>
        </p:nvSpPr>
        <p:spPr>
          <a:xfrm>
            <a:off x="4758643" y="2806221"/>
            <a:ext cx="2809876" cy="266700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</a:rPr>
              <a:t>amet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consectetur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adipiscing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elit</a:t>
            </a:r>
            <a:r>
              <a:rPr lang="en-US" dirty="0">
                <a:solidFill>
                  <a:schemeClr val="bg1"/>
                </a:solidFill>
              </a:rPr>
              <a:t>, sed do </a:t>
            </a:r>
            <a:r>
              <a:rPr lang="en-US" dirty="0" err="1">
                <a:solidFill>
                  <a:schemeClr val="bg1"/>
                </a:solidFill>
              </a:rPr>
              <a:t>eiusmod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tempor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incididunt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labore</a:t>
            </a:r>
            <a:r>
              <a:rPr lang="en-US" dirty="0">
                <a:solidFill>
                  <a:schemeClr val="bg1"/>
                </a:solidFill>
              </a:rPr>
              <a:t> et dolore magna </a:t>
            </a:r>
            <a:r>
              <a:rPr lang="en-US" dirty="0" err="1">
                <a:solidFill>
                  <a:schemeClr val="bg1"/>
                </a:solidFill>
              </a:rPr>
              <a:t>aliqua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r>
              <a:rPr lang="en-US" dirty="0">
                <a:solidFill>
                  <a:schemeClr val="bg1"/>
                </a:solidFill>
              </a:rPr>
              <a:t>Ut </a:t>
            </a:r>
            <a:r>
              <a:rPr lang="en-US" dirty="0" err="1">
                <a:solidFill>
                  <a:schemeClr val="bg1"/>
                </a:solidFill>
              </a:rPr>
              <a:t>enim</a:t>
            </a:r>
            <a:r>
              <a:rPr lang="en-US" dirty="0">
                <a:solidFill>
                  <a:schemeClr val="bg1"/>
                </a:solidFill>
              </a:rPr>
              <a:t> ad minim </a:t>
            </a:r>
            <a:r>
              <a:rPr lang="en-US" dirty="0" err="1">
                <a:solidFill>
                  <a:schemeClr val="bg1"/>
                </a:solidFill>
              </a:rPr>
              <a:t>veniam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quis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nostrud</a:t>
            </a:r>
            <a:r>
              <a:rPr lang="en-US" dirty="0">
                <a:solidFill>
                  <a:schemeClr val="bg1"/>
                </a:solidFill>
              </a:rPr>
              <a:t> exercitation </a:t>
            </a:r>
            <a:r>
              <a:rPr lang="en-US" dirty="0" err="1">
                <a:solidFill>
                  <a:schemeClr val="bg1"/>
                </a:solidFill>
              </a:rPr>
              <a:t>ullamco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laboris</a:t>
            </a:r>
            <a:r>
              <a:rPr lang="en-US" dirty="0">
                <a:solidFill>
                  <a:schemeClr val="bg1"/>
                </a:solidFill>
              </a:rPr>
              <a:t> nisi </a:t>
            </a:r>
            <a:r>
              <a:rPr lang="en-US" dirty="0" err="1">
                <a:solidFill>
                  <a:schemeClr val="bg1"/>
                </a:solidFill>
              </a:rPr>
              <a:t>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aliquip</a:t>
            </a:r>
            <a:r>
              <a:rPr lang="en-US" dirty="0">
                <a:solidFill>
                  <a:schemeClr val="bg1"/>
                </a:solidFill>
              </a:rPr>
              <a:t> ex </a:t>
            </a:r>
            <a:r>
              <a:rPr lang="en-US" dirty="0" err="1">
                <a:solidFill>
                  <a:schemeClr val="bg1"/>
                </a:solidFill>
              </a:rPr>
              <a:t>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commodo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consequat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r>
              <a:rPr lang="en-US" dirty="0">
                <a:solidFill>
                  <a:schemeClr val="bg1"/>
                </a:solidFill>
              </a:rPr>
              <a:t>Duis </a:t>
            </a:r>
            <a:r>
              <a:rPr lang="en-US" dirty="0" err="1">
                <a:solidFill>
                  <a:schemeClr val="bg1"/>
                </a:solidFill>
              </a:rPr>
              <a:t>aute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irure</a:t>
            </a:r>
            <a:r>
              <a:rPr lang="en-US" dirty="0">
                <a:solidFill>
                  <a:schemeClr val="bg1"/>
                </a:solidFill>
              </a:rPr>
              <a:t> dolor in </a:t>
            </a:r>
            <a:r>
              <a:rPr lang="en-US" dirty="0" err="1">
                <a:solidFill>
                  <a:schemeClr val="bg1"/>
                </a:solidFill>
              </a:rPr>
              <a:t>reprehenderit</a:t>
            </a:r>
            <a:r>
              <a:rPr lang="en-US" dirty="0">
                <a:solidFill>
                  <a:schemeClr val="bg1"/>
                </a:solidFill>
              </a:rPr>
              <a:t> in </a:t>
            </a:r>
            <a:r>
              <a:rPr lang="en-US" dirty="0" err="1">
                <a:solidFill>
                  <a:schemeClr val="bg1"/>
                </a:solidFill>
              </a:rPr>
              <a:t>voluptate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velit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cillum</a:t>
            </a:r>
            <a:r>
              <a:rPr lang="en-US" dirty="0">
                <a:solidFill>
                  <a:schemeClr val="bg1"/>
                </a:solidFill>
              </a:rPr>
              <a:t> dolore </a:t>
            </a:r>
            <a:r>
              <a:rPr lang="en-US" dirty="0" err="1">
                <a:solidFill>
                  <a:schemeClr val="bg1"/>
                </a:solidFill>
              </a:rPr>
              <a:t>eu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fugiat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nulla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pariatur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13D4403F-E420-4EC5-BA82-813023330D21}"/>
              </a:ext>
            </a:extLst>
          </p:cNvPr>
          <p:cNvSpPr/>
          <p:nvPr/>
        </p:nvSpPr>
        <p:spPr>
          <a:xfrm>
            <a:off x="5825444" y="2026770"/>
            <a:ext cx="733425" cy="733425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A52FB-F26A-47C4-9229-B6B3B4D801B4}"/>
              </a:ext>
            </a:extLst>
          </p:cNvPr>
          <p:cNvSpPr txBox="1"/>
          <p:nvPr/>
        </p:nvSpPr>
        <p:spPr>
          <a:xfrm>
            <a:off x="5834970" y="2012102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endParaRPr lang="ru-RU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E4156DC-9276-403A-9521-B338071CFC7A}"/>
              </a:ext>
            </a:extLst>
          </p:cNvPr>
          <p:cNvSpPr/>
          <p:nvPr/>
        </p:nvSpPr>
        <p:spPr>
          <a:xfrm>
            <a:off x="8182883" y="2368072"/>
            <a:ext cx="2886075" cy="318055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schemeClr val="accent2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91095571-92E6-4014-B1BA-B1E2B230979B}"/>
              </a:ext>
            </a:extLst>
          </p:cNvPr>
          <p:cNvSpPr txBox="1">
            <a:spLocks/>
          </p:cNvSpPr>
          <p:nvPr/>
        </p:nvSpPr>
        <p:spPr>
          <a:xfrm>
            <a:off x="8182882" y="2806221"/>
            <a:ext cx="2809876" cy="266700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Lorem ipsum dolor sit amet, consectetur adipiscing elit, sed do eiusmod tempor incididunt ut labore et dolore magna aliqua. </a:t>
            </a:r>
          </a:p>
          <a:p>
            <a:r>
              <a:rPr lang="en-US">
                <a:solidFill>
                  <a:schemeClr val="bg1"/>
                </a:solidFill>
              </a:rPr>
              <a:t>Ut enim ad minim veniam, quis nostrud exercitation ullamco laboris nisi ut aliquip ex ea commodo consequat. </a:t>
            </a:r>
          </a:p>
          <a:p>
            <a:r>
              <a:rPr lang="en-US">
                <a:solidFill>
                  <a:schemeClr val="bg1"/>
                </a:solidFill>
              </a:rPr>
              <a:t>Duis aute irure dolor in reprehenderit in voluptate velit esse cillum dolore eu fugiat nulla pariatur. 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794554A-3FE5-48D7-99B4-6DC57E3A8C74}"/>
              </a:ext>
            </a:extLst>
          </p:cNvPr>
          <p:cNvSpPr/>
          <p:nvPr/>
        </p:nvSpPr>
        <p:spPr>
          <a:xfrm>
            <a:off x="9249683" y="2026770"/>
            <a:ext cx="733425" cy="73342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69A22-71E4-4DAC-943C-661E295B6A6C}"/>
              </a:ext>
            </a:extLst>
          </p:cNvPr>
          <p:cNvSpPr txBox="1"/>
          <p:nvPr/>
        </p:nvSpPr>
        <p:spPr>
          <a:xfrm>
            <a:off x="9259208" y="2026770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accent6">
                    <a:lumMod val="75000"/>
                  </a:schemeClr>
                </a:solidFill>
              </a:rPr>
              <a:t>3</a:t>
            </a:r>
            <a:endParaRPr lang="ru-RU" sz="40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0D1BD439-5D15-49B5-BE88-A6F5746D3767}"/>
              </a:ext>
            </a:extLst>
          </p:cNvPr>
          <p:cNvSpPr txBox="1">
            <a:spLocks/>
          </p:cNvSpPr>
          <p:nvPr/>
        </p:nvSpPr>
        <p:spPr>
          <a:xfrm>
            <a:off x="1410603" y="2806221"/>
            <a:ext cx="2809876" cy="266700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Lorem ipsum dolor sit </a:t>
            </a:r>
            <a:r>
              <a:rPr lang="en-US" dirty="0" err="1">
                <a:solidFill>
                  <a:schemeClr val="bg1"/>
                </a:solidFill>
              </a:rPr>
              <a:t>amet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consectetur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adipiscing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elit</a:t>
            </a:r>
            <a:r>
              <a:rPr lang="en-US" dirty="0">
                <a:solidFill>
                  <a:schemeClr val="bg1"/>
                </a:solidFill>
              </a:rPr>
              <a:t>, sed do </a:t>
            </a:r>
            <a:r>
              <a:rPr lang="en-US" dirty="0" err="1">
                <a:solidFill>
                  <a:schemeClr val="bg1"/>
                </a:solidFill>
              </a:rPr>
              <a:t>eiusmod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tempor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incididunt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labore</a:t>
            </a:r>
            <a:r>
              <a:rPr lang="en-US" dirty="0">
                <a:solidFill>
                  <a:schemeClr val="bg1"/>
                </a:solidFill>
              </a:rPr>
              <a:t> et dolore magna </a:t>
            </a:r>
            <a:r>
              <a:rPr lang="en-US" dirty="0" err="1">
                <a:solidFill>
                  <a:schemeClr val="bg1"/>
                </a:solidFill>
              </a:rPr>
              <a:t>aliqua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r>
              <a:rPr lang="en-US" dirty="0">
                <a:solidFill>
                  <a:schemeClr val="bg1"/>
                </a:solidFill>
              </a:rPr>
              <a:t>Ut </a:t>
            </a:r>
            <a:r>
              <a:rPr lang="en-US" dirty="0" err="1">
                <a:solidFill>
                  <a:schemeClr val="bg1"/>
                </a:solidFill>
              </a:rPr>
              <a:t>enim</a:t>
            </a:r>
            <a:r>
              <a:rPr lang="en-US" dirty="0">
                <a:solidFill>
                  <a:schemeClr val="bg1"/>
                </a:solidFill>
              </a:rPr>
              <a:t> ad minim </a:t>
            </a:r>
            <a:r>
              <a:rPr lang="en-US" dirty="0" err="1">
                <a:solidFill>
                  <a:schemeClr val="bg1"/>
                </a:solidFill>
              </a:rPr>
              <a:t>veniam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quis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nostrud</a:t>
            </a:r>
            <a:r>
              <a:rPr lang="en-US" dirty="0">
                <a:solidFill>
                  <a:schemeClr val="bg1"/>
                </a:solidFill>
              </a:rPr>
              <a:t> exercitation </a:t>
            </a:r>
            <a:r>
              <a:rPr lang="en-US" dirty="0" err="1">
                <a:solidFill>
                  <a:schemeClr val="bg1"/>
                </a:solidFill>
              </a:rPr>
              <a:t>ullamco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laboris</a:t>
            </a:r>
            <a:r>
              <a:rPr lang="en-US" dirty="0">
                <a:solidFill>
                  <a:schemeClr val="bg1"/>
                </a:solidFill>
              </a:rPr>
              <a:t> nisi </a:t>
            </a:r>
            <a:r>
              <a:rPr lang="en-US" dirty="0" err="1">
                <a:solidFill>
                  <a:schemeClr val="bg1"/>
                </a:solidFill>
              </a:rPr>
              <a:t>ut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aliquip</a:t>
            </a:r>
            <a:r>
              <a:rPr lang="en-US" dirty="0">
                <a:solidFill>
                  <a:schemeClr val="bg1"/>
                </a:solidFill>
              </a:rPr>
              <a:t> ex </a:t>
            </a:r>
            <a:r>
              <a:rPr lang="en-US" dirty="0" err="1">
                <a:solidFill>
                  <a:schemeClr val="bg1"/>
                </a:solidFill>
              </a:rPr>
              <a:t>ea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commodo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consequat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r>
              <a:rPr lang="en-US" dirty="0">
                <a:solidFill>
                  <a:schemeClr val="bg1"/>
                </a:solidFill>
              </a:rPr>
              <a:t>Duis </a:t>
            </a:r>
            <a:r>
              <a:rPr lang="en-US" dirty="0" err="1">
                <a:solidFill>
                  <a:schemeClr val="bg1"/>
                </a:solidFill>
              </a:rPr>
              <a:t>aute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irure</a:t>
            </a:r>
            <a:r>
              <a:rPr lang="en-US" dirty="0">
                <a:solidFill>
                  <a:schemeClr val="bg1"/>
                </a:solidFill>
              </a:rPr>
              <a:t> dolor in </a:t>
            </a:r>
            <a:r>
              <a:rPr lang="en-US" dirty="0" err="1">
                <a:solidFill>
                  <a:schemeClr val="bg1"/>
                </a:solidFill>
              </a:rPr>
              <a:t>reprehenderit</a:t>
            </a:r>
            <a:r>
              <a:rPr lang="en-US" dirty="0">
                <a:solidFill>
                  <a:schemeClr val="bg1"/>
                </a:solidFill>
              </a:rPr>
              <a:t> in </a:t>
            </a:r>
            <a:r>
              <a:rPr lang="en-US" dirty="0" err="1">
                <a:solidFill>
                  <a:schemeClr val="bg1"/>
                </a:solidFill>
              </a:rPr>
              <a:t>voluptate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velit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esse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cillum</a:t>
            </a:r>
            <a:r>
              <a:rPr lang="en-US" dirty="0">
                <a:solidFill>
                  <a:schemeClr val="bg1"/>
                </a:solidFill>
              </a:rPr>
              <a:t> dolore </a:t>
            </a:r>
            <a:r>
              <a:rPr lang="en-US" dirty="0" err="1">
                <a:solidFill>
                  <a:schemeClr val="bg1"/>
                </a:solidFill>
              </a:rPr>
              <a:t>eu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fugiat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nulla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pariatur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1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01C5D2-D79E-404F-808B-2667A117F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1F79520B-6E0A-4EB6-842E-E6109069AB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7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Нижний колонтитул 4">
            <a:extLst>
              <a:ext uri="{FF2B5EF4-FFF2-40B4-BE49-F238E27FC236}">
                <a16:creationId xmlns:a16="http://schemas.microsoft.com/office/drawing/2014/main" id="{6FEEB129-6956-4637-9543-029AA2BB6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469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769967-CD09-4CD2-8469-70B4282F4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98FF8B8-BD90-4873-B3F0-2CA3DD4A5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E8DB7ADC-D624-4C0A-AB4E-4EBFD19A55E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3963186"/>
              </p:ext>
            </p:extLst>
          </p:nvPr>
        </p:nvGraphicFramePr>
        <p:xfrm>
          <a:off x="280988" y="2529000"/>
          <a:ext cx="11630024" cy="3460961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2907506">
                  <a:extLst>
                    <a:ext uri="{9D8B030D-6E8A-4147-A177-3AD203B41FA5}">
                      <a16:colId xmlns:a16="http://schemas.microsoft.com/office/drawing/2014/main" val="1060721299"/>
                    </a:ext>
                  </a:extLst>
                </a:gridCol>
                <a:gridCol w="2907506">
                  <a:extLst>
                    <a:ext uri="{9D8B030D-6E8A-4147-A177-3AD203B41FA5}">
                      <a16:colId xmlns:a16="http://schemas.microsoft.com/office/drawing/2014/main" val="3730294796"/>
                    </a:ext>
                  </a:extLst>
                </a:gridCol>
                <a:gridCol w="2907506">
                  <a:extLst>
                    <a:ext uri="{9D8B030D-6E8A-4147-A177-3AD203B41FA5}">
                      <a16:colId xmlns:a16="http://schemas.microsoft.com/office/drawing/2014/main" val="2835790685"/>
                    </a:ext>
                  </a:extLst>
                </a:gridCol>
                <a:gridCol w="2907506">
                  <a:extLst>
                    <a:ext uri="{9D8B030D-6E8A-4147-A177-3AD203B41FA5}">
                      <a16:colId xmlns:a16="http://schemas.microsoft.com/office/drawing/2014/main" val="3241802405"/>
                    </a:ext>
                  </a:extLst>
                </a:gridCol>
              </a:tblGrid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Заголовок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Заголовок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Заголовок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Заголовок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826020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Вставьте текст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297412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992689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803528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4233698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0167924"/>
                  </a:ext>
                </a:extLst>
              </a:tr>
              <a:tr h="49442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06.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</a:rPr>
                        <a:t>Вставьте текст</a:t>
                      </a:r>
                      <a:endParaRPr lang="ru-RU" dirty="0">
                        <a:solidFill>
                          <a:schemeClr val="accent5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962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396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0C7450-6D11-4C0D-8E03-F311D99C3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Вставьте заголовок слайда</a:t>
            </a:r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0EB3DDB5-6B33-4209-8C7E-1C95282F1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Шаблоны презентаций с сайта </a:t>
            </a:r>
            <a:r>
              <a:rPr lang="en-US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Объект 5">
            <a:extLst>
              <a:ext uri="{FF2B5EF4-FFF2-40B4-BE49-F238E27FC236}">
                <a16:creationId xmlns:a16="http://schemas.microsoft.com/office/drawing/2014/main" id="{B0F4A773-CAA6-45CC-85D1-42C5029C4B0F}"/>
              </a:ext>
            </a:extLst>
          </p:cNvPr>
          <p:cNvSpPr txBox="1">
            <a:spLocks/>
          </p:cNvSpPr>
          <p:nvPr/>
        </p:nvSpPr>
        <p:spPr>
          <a:xfrm>
            <a:off x="838200" y="2619001"/>
            <a:ext cx="10515600" cy="20700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3800" dirty="0">
                <a:solidFill>
                  <a:schemeClr val="accent5">
                    <a:lumMod val="50000"/>
                  </a:schemeClr>
                </a:solidFill>
              </a:rPr>
              <a:t>987 654 321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66D9EF-8624-419D-8AB2-D659D75640F5}"/>
              </a:ext>
            </a:extLst>
          </p:cNvPr>
          <p:cNvSpPr txBox="1"/>
          <p:nvPr/>
        </p:nvSpPr>
        <p:spPr>
          <a:xfrm>
            <a:off x="838200" y="4464000"/>
            <a:ext cx="8677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Lorem ipsum dolor sit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amet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consectetur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adipiscing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elit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, sed do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eiusmod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tempor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incididunt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ut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labore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 et dolore magna </a:t>
            </a:r>
            <a:r>
              <a:rPr lang="en-US" sz="2000" dirty="0" err="1">
                <a:solidFill>
                  <a:schemeClr val="accent5">
                    <a:lumMod val="50000"/>
                  </a:schemeClr>
                </a:solidFill>
              </a:rPr>
              <a:t>aliqua</a:t>
            </a:r>
            <a:r>
              <a:rPr lang="en-US" sz="2000" dirty="0">
                <a:solidFill>
                  <a:schemeClr val="accent5">
                    <a:lumMod val="50000"/>
                  </a:schemeClr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22288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7BD554-A168-40A3-9ABB-D970A531A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РЕСУРСЫ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A4CD31-6B9F-4D49-B8A2-B907F659B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Бесплатные шаблоны с сайта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dirty="0"/>
              <a:t>Icons designed by Vectors Market from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endParaRPr lang="ru-RU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06539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AF16FA-3ECF-4BAF-9F3D-B7317D1BA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BF0EED55-FE1E-4D07-A485-2CF0E8D949AF}"/>
              </a:ext>
            </a:extLst>
          </p:cNvPr>
          <p:cNvSpPr txBox="1">
            <a:spLocks/>
          </p:cNvSpPr>
          <p:nvPr/>
        </p:nvSpPr>
        <p:spPr>
          <a:xfrm>
            <a:off x="3334872" y="1548148"/>
            <a:ext cx="552225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b="1" dirty="0">
                <a:solidFill>
                  <a:schemeClr val="accent6">
                    <a:lumMod val="75000"/>
                  </a:schemeClr>
                </a:solidFill>
              </a:rPr>
              <a:t>СПАСИБО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420CA76-C9A4-4495-9D41-FF027E9B056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35373" y="4781407"/>
            <a:ext cx="630000" cy="63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A22DB77-80CC-4533-AEDE-C686E0E82C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335373" y="4777336"/>
            <a:ext cx="630000" cy="63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ADB208-687C-47E4-B050-7A7B30CBD24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235373" y="4777336"/>
            <a:ext cx="630000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2A31FCC-6806-4872-AE8F-0314A7FC92C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135373" y="4777336"/>
            <a:ext cx="630000" cy="630000"/>
          </a:xfrm>
          <a:prstGeom prst="rect">
            <a:avLst/>
          </a:prstGeom>
        </p:spPr>
      </p:pic>
      <p:sp>
        <p:nvSpPr>
          <p:cNvPr id="9" name="Текст 11">
            <a:extLst>
              <a:ext uri="{FF2B5EF4-FFF2-40B4-BE49-F238E27FC236}">
                <a16:creationId xmlns:a16="http://schemas.microsoft.com/office/drawing/2014/main" id="{6EEE8B7E-965E-45E9-8CCF-D1EDC2F89D80}"/>
              </a:ext>
            </a:extLst>
          </p:cNvPr>
          <p:cNvSpPr txBox="1">
            <a:spLocks/>
          </p:cNvSpPr>
          <p:nvPr/>
        </p:nvSpPr>
        <p:spPr>
          <a:xfrm>
            <a:off x="2608499" y="2882976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Lorem ipsum dolor sit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amet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consectetur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adipiscing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elit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, sed do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eiusmod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tempor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incididunt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ut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labore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et dolore magna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aliqua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. </a:t>
            </a:r>
            <a:endParaRPr lang="ru-RU" sz="1600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enim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ad minim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veniam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quis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nostrud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exercitation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ullamco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laboris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nisi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ut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aliquip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ex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ea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commodo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consequat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. </a:t>
            </a:r>
            <a:endParaRPr lang="ru-RU" sz="16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6051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Зеленый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740</Words>
  <Application>Microsoft Office PowerPoint</Application>
  <PresentationFormat>Широкоэкранный</PresentationFormat>
  <Paragraphs>98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Цели и задачи  дипломного проекта</vt:lpstr>
      <vt:lpstr>Вставьте заголовок слайда</vt:lpstr>
      <vt:lpstr>Вставьте заголовок слайда</vt:lpstr>
      <vt:lpstr>Вставьте заголовок слайда</vt:lpstr>
      <vt:lpstr>Вставьте заголовок слайда</vt:lpstr>
      <vt:lpstr>Вставьте заголовок слайда</vt:lpstr>
      <vt:lpstr>Вставьте заголовок слайда</vt:lpstr>
      <vt:lpstr>Вставьте заголовок слайда</vt:lpstr>
      <vt:lpstr>РЕСУРСЫ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Поиск партнера  по бизнесу</dc:title>
  <dc:creator>User Obstinate</dc:creator>
  <cp:lastModifiedBy>Anastasiya Tomchuk</cp:lastModifiedBy>
  <cp:revision>5</cp:revision>
  <dcterms:created xsi:type="dcterms:W3CDTF">2021-07-26T06:07:50Z</dcterms:created>
  <dcterms:modified xsi:type="dcterms:W3CDTF">2026-01-28T14:52:20Z</dcterms:modified>
</cp:coreProperties>
</file>